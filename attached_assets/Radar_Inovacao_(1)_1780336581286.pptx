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7"/>
  </p:notesMasterIdLst>
  <p:sldIdLst>
    <p:sldId id="266" r:id="rId5"/>
    <p:sldId id="276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386"/>
    <a:srgbClr val="0095FA"/>
    <a:srgbClr val="0082DA"/>
    <a:srgbClr val="A7DAEF"/>
    <a:srgbClr val="CFEBF9"/>
    <a:srgbClr val="006CB7"/>
    <a:srgbClr val="84CBEA"/>
    <a:srgbClr val="84CBE9"/>
    <a:srgbClr val="BFDCE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C91DC-377B-4535-8D79-6852F2CB2160}" v="4" dt="2026-06-01T17:55:02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Barone" userId="87f7a943-ba79-42f1-a04e-30a4b241fee2" providerId="ADAL" clId="{F75838A5-7964-4ECF-B4D1-45CDCE3C0FB5}"/>
    <pc:docChg chg="custSel delSld modSld delMainMaster">
      <pc:chgData name="Carolina Barone" userId="87f7a943-ba79-42f1-a04e-30a4b241fee2" providerId="ADAL" clId="{F75838A5-7964-4ECF-B4D1-45CDCE3C0FB5}" dt="2026-06-01T17:56:06.442" v="23" actId="478"/>
      <pc:docMkLst>
        <pc:docMk/>
      </pc:docMkLst>
      <pc:sldChg chg="addSp delSp modSp mod">
        <pc:chgData name="Carolina Barone" userId="87f7a943-ba79-42f1-a04e-30a4b241fee2" providerId="ADAL" clId="{F75838A5-7964-4ECF-B4D1-45CDCE3C0FB5}" dt="2026-06-01T17:55:18.567" v="13" actId="478"/>
        <pc:sldMkLst>
          <pc:docMk/>
          <pc:sldMk cId="1060835569" sldId="266"/>
        </pc:sldMkLst>
        <pc:spChg chg="add del mod">
          <ac:chgData name="Carolina Barone" userId="87f7a943-ba79-42f1-a04e-30a4b241fee2" providerId="ADAL" clId="{F75838A5-7964-4ECF-B4D1-45CDCE3C0FB5}" dt="2026-06-01T17:55:06.854" v="9" actId="478"/>
          <ac:spMkLst>
            <pc:docMk/>
            <pc:sldMk cId="1060835569" sldId="266"/>
            <ac:spMk id="8" creationId="{16213BA0-23D5-D67B-99A7-81259DA7BDF8}"/>
          </ac:spMkLst>
        </pc:spChg>
        <pc:spChg chg="add del mod">
          <ac:chgData name="Carolina Barone" userId="87f7a943-ba79-42f1-a04e-30a4b241fee2" providerId="ADAL" clId="{F75838A5-7964-4ECF-B4D1-45CDCE3C0FB5}" dt="2026-06-01T17:55:03.781" v="8" actId="478"/>
          <ac:spMkLst>
            <pc:docMk/>
            <pc:sldMk cId="1060835569" sldId="266"/>
            <ac:spMk id="10" creationId="{35DB205E-2EDB-0C0B-60A1-3E8771C5B1FD}"/>
          </ac:spMkLst>
        </pc:spChg>
        <pc:spChg chg="add del mod">
          <ac:chgData name="Carolina Barone" userId="87f7a943-ba79-42f1-a04e-30a4b241fee2" providerId="ADAL" clId="{F75838A5-7964-4ECF-B4D1-45CDCE3C0FB5}" dt="2026-06-01T17:55:16.185" v="12" actId="478"/>
          <ac:spMkLst>
            <pc:docMk/>
            <pc:sldMk cId="1060835569" sldId="266"/>
            <ac:spMk id="11" creationId="{D93CC204-EDD3-EE7B-CDFF-3EC6E126B43B}"/>
          </ac:spMkLst>
        </pc:spChg>
        <pc:spChg chg="add del mod">
          <ac:chgData name="Carolina Barone" userId="87f7a943-ba79-42f1-a04e-30a4b241fee2" providerId="ADAL" clId="{F75838A5-7964-4ECF-B4D1-45CDCE3C0FB5}" dt="2026-06-01T17:55:03.781" v="8" actId="478"/>
          <ac:spMkLst>
            <pc:docMk/>
            <pc:sldMk cId="1060835569" sldId="266"/>
            <ac:spMk id="13" creationId="{832B1FEE-306F-FF5E-5AF1-21D81173773F}"/>
          </ac:spMkLst>
        </pc:spChg>
        <pc:spChg chg="add del mod">
          <ac:chgData name="Carolina Barone" userId="87f7a943-ba79-42f1-a04e-30a4b241fee2" providerId="ADAL" clId="{F75838A5-7964-4ECF-B4D1-45CDCE3C0FB5}" dt="2026-06-01T17:55:16.185" v="12" actId="478"/>
          <ac:spMkLst>
            <pc:docMk/>
            <pc:sldMk cId="1060835569" sldId="266"/>
            <ac:spMk id="14" creationId="{96A5C9EB-4498-0315-F8F4-687B64271E8F}"/>
          </ac:spMkLst>
        </pc:spChg>
        <pc:spChg chg="add mod">
          <ac:chgData name="Carolina Barone" userId="87f7a943-ba79-42f1-a04e-30a4b241fee2" providerId="ADAL" clId="{F75838A5-7964-4ECF-B4D1-45CDCE3C0FB5}" dt="2026-06-01T17:54:51.241" v="3" actId="571"/>
          <ac:spMkLst>
            <pc:docMk/>
            <pc:sldMk cId="1060835569" sldId="266"/>
            <ac:spMk id="15" creationId="{4FFBB803-34D9-4BDD-7756-E8F9F46B2408}"/>
          </ac:spMkLst>
        </pc:spChg>
        <pc:spChg chg="add mod">
          <ac:chgData name="Carolina Barone" userId="87f7a943-ba79-42f1-a04e-30a4b241fee2" providerId="ADAL" clId="{F75838A5-7964-4ECF-B4D1-45CDCE3C0FB5}" dt="2026-06-01T17:54:51.241" v="3" actId="571"/>
          <ac:spMkLst>
            <pc:docMk/>
            <pc:sldMk cId="1060835569" sldId="266"/>
            <ac:spMk id="16" creationId="{9F7A12CA-D827-448A-1D9C-DB8080107FBF}"/>
          </ac:spMkLst>
        </pc:spChg>
        <pc:spChg chg="add mod">
          <ac:chgData name="Carolina Barone" userId="87f7a943-ba79-42f1-a04e-30a4b241fee2" providerId="ADAL" clId="{F75838A5-7964-4ECF-B4D1-45CDCE3C0FB5}" dt="2026-06-01T17:54:51.241" v="3" actId="571"/>
          <ac:spMkLst>
            <pc:docMk/>
            <pc:sldMk cId="1060835569" sldId="266"/>
            <ac:spMk id="17" creationId="{E9EA4401-B4FE-B0B5-63C4-3AE51350A8E6}"/>
          </ac:spMkLst>
        </pc:spChg>
        <pc:spChg chg="add mod">
          <ac:chgData name="Carolina Barone" userId="87f7a943-ba79-42f1-a04e-30a4b241fee2" providerId="ADAL" clId="{F75838A5-7964-4ECF-B4D1-45CDCE3C0FB5}" dt="2026-06-01T17:54:51.241" v="3" actId="571"/>
          <ac:spMkLst>
            <pc:docMk/>
            <pc:sldMk cId="1060835569" sldId="266"/>
            <ac:spMk id="18" creationId="{780163CC-90DB-89BF-FC9D-2CB3CB67279A}"/>
          </ac:spMkLst>
        </pc:spChg>
        <pc:spChg chg="add del mod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19" creationId="{B6D1045E-DEBC-0FCD-E006-8C80CDEBDCD8}"/>
          </ac:spMkLst>
        </pc:spChg>
        <pc:spChg chg="add del mod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20" creationId="{DD394163-AA6F-4D22-AD9D-CD896EAFC776}"/>
          </ac:spMkLst>
        </pc:spChg>
        <pc:spChg chg="add del mod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21" creationId="{A7406F24-4DAE-325F-D184-7D9D37188F2E}"/>
          </ac:spMkLst>
        </pc:spChg>
        <pc:spChg chg="add del mod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22" creationId="{B637E43E-9FE5-99DD-3D0C-05B4645B1087}"/>
          </ac:spMkLst>
        </pc:spChg>
        <pc:spChg chg="add del mod">
          <ac:chgData name="Carolina Barone" userId="87f7a943-ba79-42f1-a04e-30a4b241fee2" providerId="ADAL" clId="{F75838A5-7964-4ECF-B4D1-45CDCE3C0FB5}" dt="2026-06-01T17:55:00.232" v="6" actId="478"/>
          <ac:spMkLst>
            <pc:docMk/>
            <pc:sldMk cId="1060835569" sldId="266"/>
            <ac:spMk id="23" creationId="{4520C0D3-41FB-10B2-5550-01B835F334C8}"/>
          </ac:spMkLst>
        </pc:spChg>
        <pc:spChg chg="add del mod">
          <ac:chgData name="Carolina Barone" userId="87f7a943-ba79-42f1-a04e-30a4b241fee2" providerId="ADAL" clId="{F75838A5-7964-4ECF-B4D1-45CDCE3C0FB5}" dt="2026-06-01T17:55:00.232" v="6" actId="478"/>
          <ac:spMkLst>
            <pc:docMk/>
            <pc:sldMk cId="1060835569" sldId="266"/>
            <ac:spMk id="24" creationId="{74359465-FA1C-B16D-D676-52B068B487E3}"/>
          </ac:spMkLst>
        </pc:spChg>
        <pc:spChg chg="add del mod">
          <ac:chgData name="Carolina Barone" userId="87f7a943-ba79-42f1-a04e-30a4b241fee2" providerId="ADAL" clId="{F75838A5-7964-4ECF-B4D1-45CDCE3C0FB5}" dt="2026-06-01T17:55:00.232" v="6" actId="478"/>
          <ac:spMkLst>
            <pc:docMk/>
            <pc:sldMk cId="1060835569" sldId="266"/>
            <ac:spMk id="27" creationId="{51AFBB50-CBF0-5F2A-423D-86F9D5D23360}"/>
          </ac:spMkLst>
        </pc:spChg>
        <pc:spChg chg="add del mod">
          <ac:chgData name="Carolina Barone" userId="87f7a943-ba79-42f1-a04e-30a4b241fee2" providerId="ADAL" clId="{F75838A5-7964-4ECF-B4D1-45CDCE3C0FB5}" dt="2026-06-01T17:55:00.232" v="6" actId="478"/>
          <ac:spMkLst>
            <pc:docMk/>
            <pc:sldMk cId="1060835569" sldId="266"/>
            <ac:spMk id="28" creationId="{84D767B7-FC31-F835-890E-AF2B39275E87}"/>
          </ac:spMkLst>
        </pc:spChg>
        <pc:spChg chg="add del mod">
          <ac:chgData name="Carolina Barone" userId="87f7a943-ba79-42f1-a04e-30a4b241fee2" providerId="ADAL" clId="{F75838A5-7964-4ECF-B4D1-45CDCE3C0FB5}" dt="2026-06-01T17:55:03.781" v="8" actId="478"/>
          <ac:spMkLst>
            <pc:docMk/>
            <pc:sldMk cId="1060835569" sldId="266"/>
            <ac:spMk id="29" creationId="{B8536A37-6DE6-21DE-A11D-5B10700C3895}"/>
          </ac:spMkLst>
        </pc:spChg>
        <pc:spChg chg="add del mod">
          <ac:chgData name="Carolina Barone" userId="87f7a943-ba79-42f1-a04e-30a4b241fee2" providerId="ADAL" clId="{F75838A5-7964-4ECF-B4D1-45CDCE3C0FB5}" dt="2026-06-01T17:55:03.781" v="8" actId="478"/>
          <ac:spMkLst>
            <pc:docMk/>
            <pc:sldMk cId="1060835569" sldId="266"/>
            <ac:spMk id="32" creationId="{4C2216D2-A683-7047-7883-962E423729C4}"/>
          </ac:spMkLst>
        </pc:spChg>
        <pc:spChg chg="del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301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302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303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304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305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4:55.286" v="4" actId="478"/>
          <ac:spMkLst>
            <pc:docMk/>
            <pc:sldMk cId="1060835569" sldId="266"/>
            <ac:spMk id="306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00.232" v="6" actId="478"/>
          <ac:spMkLst>
            <pc:docMk/>
            <pc:sldMk cId="1060835569" sldId="266"/>
            <ac:spMk id="307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06.854" v="9" actId="478"/>
          <ac:spMkLst>
            <pc:docMk/>
            <pc:sldMk cId="1060835569" sldId="266"/>
            <ac:spMk id="308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16.185" v="12" actId="478"/>
          <ac:spMkLst>
            <pc:docMk/>
            <pc:sldMk cId="1060835569" sldId="266"/>
            <ac:spMk id="309" creationId="{00000000-0000-0000-0000-000000000000}"/>
          </ac:spMkLst>
        </pc:spChg>
        <pc:spChg chg="del mod">
          <ac:chgData name="Carolina Barone" userId="87f7a943-ba79-42f1-a04e-30a4b241fee2" providerId="ADAL" clId="{F75838A5-7964-4ECF-B4D1-45CDCE3C0FB5}" dt="2026-06-01T17:55:11.255" v="11" actId="478"/>
          <ac:spMkLst>
            <pc:docMk/>
            <pc:sldMk cId="1060835569" sldId="266"/>
            <ac:spMk id="310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06.854" v="9" actId="478"/>
          <ac:spMkLst>
            <pc:docMk/>
            <pc:sldMk cId="1060835569" sldId="266"/>
            <ac:spMk id="311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18.567" v="13" actId="478"/>
          <ac:spMkLst>
            <pc:docMk/>
            <pc:sldMk cId="1060835569" sldId="266"/>
            <ac:spMk id="312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06.854" v="9" actId="478"/>
          <ac:spMkLst>
            <pc:docMk/>
            <pc:sldMk cId="1060835569" sldId="266"/>
            <ac:spMk id="313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18.567" v="13" actId="478"/>
          <ac:spMkLst>
            <pc:docMk/>
            <pc:sldMk cId="1060835569" sldId="266"/>
            <ac:spMk id="314" creationId="{00000000-0000-0000-0000-000000000000}"/>
          </ac:spMkLst>
        </pc:spChg>
      </pc:sldChg>
      <pc:sldChg chg="delSp modSp mod">
        <pc:chgData name="Carolina Barone" userId="87f7a943-ba79-42f1-a04e-30a4b241fee2" providerId="ADAL" clId="{F75838A5-7964-4ECF-B4D1-45CDCE3C0FB5}" dt="2026-06-01T17:56:06.442" v="23" actId="478"/>
        <pc:sldMkLst>
          <pc:docMk/>
          <pc:sldMk cId="86256397" sldId="276"/>
        </pc:sldMkLst>
        <pc:spChg chg="del">
          <ac:chgData name="Carolina Barone" userId="87f7a943-ba79-42f1-a04e-30a4b241fee2" providerId="ADAL" clId="{F75838A5-7964-4ECF-B4D1-45CDCE3C0FB5}" dt="2026-06-01T17:55:34.436" v="14" actId="478"/>
          <ac:spMkLst>
            <pc:docMk/>
            <pc:sldMk cId="86256397" sldId="276"/>
            <ac:spMk id="3" creationId="{E60AB208-FE54-B7D5-2877-4BE07451DDBE}"/>
          </ac:spMkLst>
        </pc:spChg>
        <pc:spChg chg="del">
          <ac:chgData name="Carolina Barone" userId="87f7a943-ba79-42f1-a04e-30a4b241fee2" providerId="ADAL" clId="{F75838A5-7964-4ECF-B4D1-45CDCE3C0FB5}" dt="2026-06-01T17:56:01.319" v="21" actId="478"/>
          <ac:spMkLst>
            <pc:docMk/>
            <pc:sldMk cId="86256397" sldId="276"/>
            <ac:spMk id="40" creationId="{33C7306D-89CC-A853-8BA9-212F1D67BCC7}"/>
          </ac:spMkLst>
        </pc:spChg>
        <pc:spChg chg="del mod">
          <ac:chgData name="Carolina Barone" userId="87f7a943-ba79-42f1-a04e-30a4b241fee2" providerId="ADAL" clId="{F75838A5-7964-4ECF-B4D1-45CDCE3C0FB5}" dt="2026-06-01T17:55:43.408" v="18" actId="478"/>
          <ac:spMkLst>
            <pc:docMk/>
            <pc:sldMk cId="86256397" sldId="276"/>
            <ac:spMk id="300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01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02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03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05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06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07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43.408" v="18" actId="478"/>
          <ac:spMkLst>
            <pc:docMk/>
            <pc:sldMk cId="86256397" sldId="276"/>
            <ac:spMk id="308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09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43.408" v="18" actId="478"/>
          <ac:spMkLst>
            <pc:docMk/>
            <pc:sldMk cId="86256397" sldId="276"/>
            <ac:spMk id="310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38.760" v="16" actId="478"/>
          <ac:spMkLst>
            <pc:docMk/>
            <pc:sldMk cId="86256397" sldId="276"/>
            <ac:spMk id="311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38.760" v="16" actId="478"/>
          <ac:spMkLst>
            <pc:docMk/>
            <pc:sldMk cId="86256397" sldId="276"/>
            <ac:spMk id="312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38.760" v="16" actId="478"/>
          <ac:spMkLst>
            <pc:docMk/>
            <pc:sldMk cId="86256397" sldId="276"/>
            <ac:spMk id="313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38.760" v="16" actId="478"/>
          <ac:spMkLst>
            <pc:docMk/>
            <pc:sldMk cId="86256397" sldId="276"/>
            <ac:spMk id="314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6:01.319" v="21" actId="478"/>
          <ac:spMkLst>
            <pc:docMk/>
            <pc:sldMk cId="86256397" sldId="276"/>
            <ac:spMk id="315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17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19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43.408" v="18" actId="478"/>
          <ac:spMkLst>
            <pc:docMk/>
            <pc:sldMk cId="86256397" sldId="276"/>
            <ac:spMk id="321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1T17:55:56.405" v="20" actId="478"/>
          <ac:spMkLst>
            <pc:docMk/>
            <pc:sldMk cId="86256397" sldId="276"/>
            <ac:spMk id="323" creationId="{00000000-0000-0000-0000-000000000000}"/>
          </ac:spMkLst>
        </pc:spChg>
        <pc:cxnChg chg="del mod">
          <ac:chgData name="Carolina Barone" userId="87f7a943-ba79-42f1-a04e-30a4b241fee2" providerId="ADAL" clId="{F75838A5-7964-4ECF-B4D1-45CDCE3C0FB5}" dt="2026-06-01T17:55:35.489" v="15" actId="478"/>
          <ac:cxnSpMkLst>
            <pc:docMk/>
            <pc:sldMk cId="86256397" sldId="276"/>
            <ac:cxnSpMk id="14" creationId="{69D3A852-8229-EFE9-A2F0-E9CAEFE594D0}"/>
          </ac:cxnSpMkLst>
        </pc:cxnChg>
        <pc:cxnChg chg="del mod">
          <ac:chgData name="Carolina Barone" userId="87f7a943-ba79-42f1-a04e-30a4b241fee2" providerId="ADAL" clId="{F75838A5-7964-4ECF-B4D1-45CDCE3C0FB5}" dt="2026-06-01T17:55:43.408" v="18" actId="478"/>
          <ac:cxnSpMkLst>
            <pc:docMk/>
            <pc:sldMk cId="86256397" sldId="276"/>
            <ac:cxnSpMk id="19" creationId="{495D770C-7342-1147-54C6-0BA046DBC617}"/>
          </ac:cxnSpMkLst>
        </pc:cxnChg>
        <pc:cxnChg chg="del mod">
          <ac:chgData name="Carolina Barone" userId="87f7a943-ba79-42f1-a04e-30a4b241fee2" providerId="ADAL" clId="{F75838A5-7964-4ECF-B4D1-45CDCE3C0FB5}" dt="2026-06-01T17:56:06.442" v="23" actId="478"/>
          <ac:cxnSpMkLst>
            <pc:docMk/>
            <pc:sldMk cId="86256397" sldId="276"/>
            <ac:cxnSpMk id="36" creationId="{E10D9CF2-BC11-11F5-C94E-14853DFC9FA7}"/>
          </ac:cxnSpMkLst>
        </pc:cxnChg>
        <pc:cxnChg chg="del mod">
          <ac:chgData name="Carolina Barone" userId="87f7a943-ba79-42f1-a04e-30a4b241fee2" providerId="ADAL" clId="{F75838A5-7964-4ECF-B4D1-45CDCE3C0FB5}" dt="2026-06-01T17:55:45.256" v="19" actId="478"/>
          <ac:cxnSpMkLst>
            <pc:docMk/>
            <pc:sldMk cId="86256397" sldId="276"/>
            <ac:cxnSpMk id="316" creationId="{00000000-0000-0000-0000-000000000000}"/>
          </ac:cxnSpMkLst>
        </pc:cxnChg>
        <pc:cxnChg chg="del">
          <ac:chgData name="Carolina Barone" userId="87f7a943-ba79-42f1-a04e-30a4b241fee2" providerId="ADAL" clId="{F75838A5-7964-4ECF-B4D1-45CDCE3C0FB5}" dt="2026-06-01T17:56:04.212" v="22" actId="478"/>
          <ac:cxnSpMkLst>
            <pc:docMk/>
            <pc:sldMk cId="86256397" sldId="276"/>
            <ac:cxnSpMk id="318" creationId="{00000000-0000-0000-0000-000000000000}"/>
          </ac:cxnSpMkLst>
        </pc:cxnChg>
        <pc:cxnChg chg="del">
          <ac:chgData name="Carolina Barone" userId="87f7a943-ba79-42f1-a04e-30a4b241fee2" providerId="ADAL" clId="{F75838A5-7964-4ECF-B4D1-45CDCE3C0FB5}" dt="2026-06-01T17:56:01.319" v="21" actId="478"/>
          <ac:cxnSpMkLst>
            <pc:docMk/>
            <pc:sldMk cId="86256397" sldId="276"/>
            <ac:cxnSpMk id="320" creationId="{00000000-0000-0000-0000-000000000000}"/>
          </ac:cxnSpMkLst>
        </pc:cxnChg>
        <pc:cxnChg chg="mod">
          <ac:chgData name="Carolina Barone" userId="87f7a943-ba79-42f1-a04e-30a4b241fee2" providerId="ADAL" clId="{F75838A5-7964-4ECF-B4D1-45CDCE3C0FB5}" dt="2026-06-01T17:55:43.408" v="18" actId="478"/>
          <ac:cxnSpMkLst>
            <pc:docMk/>
            <pc:sldMk cId="86256397" sldId="276"/>
            <ac:cxnSpMk id="322" creationId="{00000000-0000-0000-0000-000000000000}"/>
          </ac:cxnSpMkLst>
        </pc:cxnChg>
        <pc:cxnChg chg="del">
          <ac:chgData name="Carolina Barone" userId="87f7a943-ba79-42f1-a04e-30a4b241fee2" providerId="ADAL" clId="{F75838A5-7964-4ECF-B4D1-45CDCE3C0FB5}" dt="2026-06-01T17:56:06.442" v="23" actId="478"/>
          <ac:cxnSpMkLst>
            <pc:docMk/>
            <pc:sldMk cId="86256397" sldId="276"/>
            <ac:cxnSpMk id="32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C8DDA-3A08-4E75-8EB2-1228EE28B38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D96-A578-46D3-84BE-046CF127E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19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23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46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98C-6917-D607-6E47-CC7FA57E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9720088-ECE4-0654-CBAF-47F829392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3791" y="6483096"/>
            <a:ext cx="633679" cy="1801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8775165-7398-6DA4-AA68-798FEC6E294F}"/>
              </a:ext>
            </a:extLst>
          </p:cNvPr>
          <p:cNvSpPr>
            <a:spLocks noChangeAspect="1"/>
          </p:cNvSpPr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solidFill>
            <a:srgbClr val="84CBE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A61B2C-6C62-664A-2B17-6A1D1C82043D}"/>
              </a:ext>
            </a:extLst>
          </p:cNvPr>
          <p:cNvSpPr>
            <a:spLocks noChangeAspect="1"/>
          </p:cNvSpPr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006CB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769B9B6-805C-7DCE-43A0-3679CA5E27C1}"/>
              </a:ext>
            </a:extLst>
          </p:cNvPr>
          <p:cNvCxnSpPr>
            <a:cxnSpLocks/>
            <a:stCxn id="6" idx="6"/>
            <a:endCxn id="6" idx="2"/>
          </p:cNvCxnSpPr>
          <p:nvPr/>
        </p:nvCxnSpPr>
        <p:spPr>
          <a:xfrm flipH="1">
            <a:off x="3216000" y="3429000"/>
            <a:ext cx="57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0C19C14-1554-DF61-2E2F-99188F3B1121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6096000" y="549000"/>
            <a:ext cx="0" cy="5760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8C15113D-76EC-D05D-4652-3A503953C8F1}"/>
              </a:ext>
            </a:extLst>
          </p:cNvPr>
          <p:cNvSpPr txBox="1"/>
          <p:nvPr/>
        </p:nvSpPr>
        <p:spPr>
          <a:xfrm>
            <a:off x="344516" y="193725"/>
            <a:ext cx="115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6038D"/>
                </a:solidFill>
                <a:latin typeface="Montserrat Black" pitchFamily="34" charset="0"/>
              </a:rPr>
              <a:t>RADAR DE INOVAÇÃO E NOVOS NEGÓCIOS: 57 PROJETOS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DFA7B9F-B680-41F3-5C93-AD555152B7CC}"/>
              </a:ext>
            </a:extLst>
          </p:cNvPr>
          <p:cNvSpPr/>
          <p:nvPr/>
        </p:nvSpPr>
        <p:spPr>
          <a:xfrm>
            <a:off x="9948223" y="6483096"/>
            <a:ext cx="107899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6038D">
                <a:alpha val="0"/>
              </a:srgbClr>
            </a:solidFill>
          </a:ln>
        </p:spPr>
        <p:txBody>
          <a:bodyPr wrap="square" lIns="0" tIns="0" rIns="508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6038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GEIN |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96A93459-0515-BF1D-174B-E94F39567544}"/>
              </a:ext>
            </a:extLst>
          </p:cNvPr>
          <p:cNvGrpSpPr/>
          <p:nvPr/>
        </p:nvGrpSpPr>
        <p:grpSpPr>
          <a:xfrm>
            <a:off x="7248581" y="538997"/>
            <a:ext cx="2588378" cy="720000"/>
            <a:chOff x="7477943" y="409838"/>
            <a:chExt cx="2588378" cy="720000"/>
          </a:xfrm>
        </p:grpSpPr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B0D3325E-A999-1C22-E443-FE5D5A0E91C7}"/>
              </a:ext>
            </a:extLst>
          </p:cNvPr>
          <p:cNvGrpSpPr/>
          <p:nvPr/>
        </p:nvGrpSpPr>
        <p:grpSpPr>
          <a:xfrm>
            <a:off x="344516" y="5486470"/>
            <a:ext cx="2822032" cy="360000"/>
            <a:chOff x="344516" y="5486470"/>
            <a:chExt cx="2822032" cy="360000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19744EFB-ACC4-39E0-AFB7-DB021249DEF6}"/>
                </a:ext>
              </a:extLst>
            </p:cNvPr>
            <p:cNvSpPr txBox="1"/>
            <p:nvPr/>
          </p:nvSpPr>
          <p:spPr>
            <a:xfrm>
              <a:off x="696000" y="5551054"/>
              <a:ext cx="2470548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EM CONSTRUÇÃO / EXPERIMENTAÇÃO</a:t>
              </a:r>
            </a:p>
          </p:txBody>
        </p:sp>
        <p:sp>
          <p:nvSpPr>
            <p:cNvPr id="30" name="Retângulo Arredondado 29">
              <a:extLst>
                <a:ext uri="{FF2B5EF4-FFF2-40B4-BE49-F238E27FC236}">
                  <a16:creationId xmlns:a16="http://schemas.microsoft.com/office/drawing/2014/main" id="{B777AA18-4108-C07C-0ED0-4855E0C39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48647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84CBEA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A24BC2E4-8423-377A-4D9F-A6DBDC951730}"/>
              </a:ext>
            </a:extLst>
          </p:cNvPr>
          <p:cNvGrpSpPr/>
          <p:nvPr/>
        </p:nvGrpSpPr>
        <p:grpSpPr>
          <a:xfrm>
            <a:off x="344516" y="5949000"/>
            <a:ext cx="2071827" cy="360000"/>
            <a:chOff x="344516" y="5949000"/>
            <a:chExt cx="2071827" cy="360000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BEE166E1-3832-BDFD-1378-8BB3202124C9}"/>
                </a:ext>
              </a:extLst>
            </p:cNvPr>
            <p:cNvSpPr txBox="1"/>
            <p:nvPr/>
          </p:nvSpPr>
          <p:spPr>
            <a:xfrm>
              <a:off x="696000" y="6013584"/>
              <a:ext cx="172034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DIRECIONADOS / TRAÇÃO</a:t>
              </a:r>
            </a:p>
          </p:txBody>
        </p:sp>
        <p:sp>
          <p:nvSpPr>
            <p:cNvPr id="31" name="Retângulo Arredondado 30">
              <a:extLst>
                <a:ext uri="{FF2B5EF4-FFF2-40B4-BE49-F238E27FC236}">
                  <a16:creationId xmlns:a16="http://schemas.microsoft.com/office/drawing/2014/main" id="{467175D4-704F-D896-2A38-4783369D04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94900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006CB7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0F1832A2-3C60-5C08-EEFD-DADE1A0DE8F5}"/>
              </a:ext>
            </a:extLst>
          </p:cNvPr>
          <p:cNvGrpSpPr/>
          <p:nvPr/>
        </p:nvGrpSpPr>
        <p:grpSpPr>
          <a:xfrm>
            <a:off x="7529069" y="3681524"/>
            <a:ext cx="2612422" cy="720000"/>
            <a:chOff x="7477943" y="409838"/>
            <a:chExt cx="2612422" cy="720000"/>
          </a:xfrm>
        </p:grpSpPr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A70A2781-0020-5238-5488-A97634A43426}"/>
              </a:ext>
            </a:extLst>
          </p:cNvPr>
          <p:cNvGrpSpPr/>
          <p:nvPr/>
        </p:nvGrpSpPr>
        <p:grpSpPr>
          <a:xfrm>
            <a:off x="10009687" y="193725"/>
            <a:ext cx="1708566" cy="288000"/>
            <a:chOff x="9954940" y="2727294"/>
            <a:chExt cx="1708566" cy="288000"/>
          </a:xfrm>
        </p:grpSpPr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27E5FDE9-9251-FFF5-368C-C22EBD7AC963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solidFill>
              <a:srgbClr val="060386"/>
            </a:solidFill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EM ANDAMENTO</a:t>
              </a:r>
            </a:p>
          </p:txBody>
        </p:sp>
        <p:sp>
          <p:nvSpPr>
            <p:cNvPr id="73" name="Retângulo Arredondado 50">
              <a:extLst>
                <a:ext uri="{FF2B5EF4-FFF2-40B4-BE49-F238E27FC236}">
                  <a16:creationId xmlns:a16="http://schemas.microsoft.com/office/drawing/2014/main" id="{3D9E2BD0-755F-DB5F-C811-01B89F9B8E16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33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E6C6C44D-1257-9CA3-0D75-1336F2A34653}"/>
              </a:ext>
            </a:extLst>
          </p:cNvPr>
          <p:cNvGrpSpPr/>
          <p:nvPr/>
        </p:nvGrpSpPr>
        <p:grpSpPr>
          <a:xfrm>
            <a:off x="10009687" y="571431"/>
            <a:ext cx="1708566" cy="288000"/>
            <a:chOff x="9954940" y="2727294"/>
            <a:chExt cx="1708566" cy="288000"/>
          </a:xfrm>
          <a:solidFill>
            <a:srgbClr val="060386"/>
          </a:solidFill>
        </p:grpSpPr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31F4C5B-1C24-4D75-E547-FA356152611B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grpFill/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DIRECIONADO</a:t>
              </a:r>
            </a:p>
          </p:txBody>
        </p:sp>
        <p:sp>
          <p:nvSpPr>
            <p:cNvPr id="76" name="Retângulo Arredondado 54">
              <a:extLst>
                <a:ext uri="{FF2B5EF4-FFF2-40B4-BE49-F238E27FC236}">
                  <a16:creationId xmlns:a16="http://schemas.microsoft.com/office/drawing/2014/main" id="{1712765E-74B8-ACC7-D22D-C36B103C0C2A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24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72496FC-35F5-0F7E-6894-4ABED7AA1BF3}"/>
              </a:ext>
            </a:extLst>
          </p:cNvPr>
          <p:cNvGrpSpPr/>
          <p:nvPr/>
        </p:nvGrpSpPr>
        <p:grpSpPr>
          <a:xfrm>
            <a:off x="8438225" y="4379067"/>
            <a:ext cx="2320303" cy="432000"/>
            <a:chOff x="4541809" y="3816928"/>
            <a:chExt cx="2037347" cy="432000"/>
          </a:xfrm>
        </p:grpSpPr>
      </p:grpSp>
    </p:spTree>
    <p:extLst>
      <p:ext uri="{BB962C8B-B14F-4D97-AF65-F5344CB8AC3E}">
        <p14:creationId xmlns:p14="http://schemas.microsoft.com/office/powerpoint/2010/main" val="106083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C97A-D0BD-7E55-C840-B95038AA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8277F68-4797-F6FD-3069-B0F2C902A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3791" y="6483096"/>
            <a:ext cx="633679" cy="1801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D997B3-9CBE-831D-4882-6FFF5F92F372}"/>
              </a:ext>
            </a:extLst>
          </p:cNvPr>
          <p:cNvSpPr>
            <a:spLocks noChangeAspect="1"/>
          </p:cNvSpPr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solidFill>
            <a:srgbClr val="84CBE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468AA6-E295-4C55-E1CC-FA88D4C292C8}"/>
              </a:ext>
            </a:extLst>
          </p:cNvPr>
          <p:cNvSpPr>
            <a:spLocks noChangeAspect="1"/>
          </p:cNvSpPr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006CB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AF0090A-CA4A-C66C-4DD9-F40B58D463DF}"/>
              </a:ext>
            </a:extLst>
          </p:cNvPr>
          <p:cNvCxnSpPr>
            <a:cxnSpLocks/>
            <a:stCxn id="6" idx="6"/>
            <a:endCxn id="6" idx="2"/>
          </p:cNvCxnSpPr>
          <p:nvPr/>
        </p:nvCxnSpPr>
        <p:spPr>
          <a:xfrm flipH="1">
            <a:off x="3216000" y="3429000"/>
            <a:ext cx="57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457119A-4A59-2807-A24A-57243D6D3FF3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6096000" y="549000"/>
            <a:ext cx="0" cy="5760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4A6AD8-FAB2-463C-D662-B49DC9038534}"/>
              </a:ext>
            </a:extLst>
          </p:cNvPr>
          <p:cNvSpPr txBox="1"/>
          <p:nvPr/>
        </p:nvSpPr>
        <p:spPr>
          <a:xfrm>
            <a:off x="344516" y="193725"/>
            <a:ext cx="115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6038D"/>
                </a:solidFill>
                <a:latin typeface="Montserrat Black" pitchFamily="34" charset="0"/>
              </a:rPr>
              <a:t>RADAR DE INOVAÇÃO E NOVOS NEGÓCIOS: 57 PROJETOS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6A441BC5-0DD2-1143-34F3-00E2106BE5E7}"/>
              </a:ext>
            </a:extLst>
          </p:cNvPr>
          <p:cNvSpPr/>
          <p:nvPr/>
        </p:nvSpPr>
        <p:spPr>
          <a:xfrm>
            <a:off x="9948223" y="6483096"/>
            <a:ext cx="107899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6038D">
                <a:alpha val="0"/>
              </a:srgbClr>
            </a:solidFill>
          </a:ln>
        </p:spPr>
        <p:txBody>
          <a:bodyPr wrap="square" lIns="0" tIns="0" rIns="508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6038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GEIN |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3EE240DF-0FF9-E501-4D9F-031468DC37A9}"/>
              </a:ext>
            </a:extLst>
          </p:cNvPr>
          <p:cNvGrpSpPr/>
          <p:nvPr/>
        </p:nvGrpSpPr>
        <p:grpSpPr>
          <a:xfrm>
            <a:off x="7248581" y="538997"/>
            <a:ext cx="2588378" cy="720000"/>
            <a:chOff x="7477943" y="409838"/>
            <a:chExt cx="2588378" cy="720000"/>
          </a:xfrm>
        </p:grpSpPr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DFDD5EDB-97FF-03C4-56EA-253E77C8245F}"/>
              </a:ext>
            </a:extLst>
          </p:cNvPr>
          <p:cNvGrpSpPr/>
          <p:nvPr/>
        </p:nvGrpSpPr>
        <p:grpSpPr>
          <a:xfrm>
            <a:off x="344516" y="5486470"/>
            <a:ext cx="2822032" cy="360000"/>
            <a:chOff x="344516" y="5486470"/>
            <a:chExt cx="2822032" cy="360000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B5E0D90-D703-2607-AF9D-3A5F41720A8A}"/>
                </a:ext>
              </a:extLst>
            </p:cNvPr>
            <p:cNvSpPr txBox="1"/>
            <p:nvPr/>
          </p:nvSpPr>
          <p:spPr>
            <a:xfrm>
              <a:off x="696000" y="5551054"/>
              <a:ext cx="2470548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EM CONSTRUÇÃO / EXPERIMENTAÇÃO</a:t>
              </a:r>
            </a:p>
          </p:txBody>
        </p:sp>
        <p:sp>
          <p:nvSpPr>
            <p:cNvPr id="30" name="Retângulo Arredondado 29">
              <a:extLst>
                <a:ext uri="{FF2B5EF4-FFF2-40B4-BE49-F238E27FC236}">
                  <a16:creationId xmlns:a16="http://schemas.microsoft.com/office/drawing/2014/main" id="{6802EEAC-C447-CADF-F0D0-839CE9126C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48647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84CBEA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3CFC94A-CFC4-FF5F-E92F-EED74071F93A}"/>
              </a:ext>
            </a:extLst>
          </p:cNvPr>
          <p:cNvGrpSpPr/>
          <p:nvPr/>
        </p:nvGrpSpPr>
        <p:grpSpPr>
          <a:xfrm>
            <a:off x="344516" y="5949000"/>
            <a:ext cx="2071827" cy="360000"/>
            <a:chOff x="344516" y="5949000"/>
            <a:chExt cx="2071827" cy="360000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814CAA81-8D7D-8BC5-2F38-96BC3552ACC3}"/>
                </a:ext>
              </a:extLst>
            </p:cNvPr>
            <p:cNvSpPr txBox="1"/>
            <p:nvPr/>
          </p:nvSpPr>
          <p:spPr>
            <a:xfrm>
              <a:off x="696000" y="6013584"/>
              <a:ext cx="172034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DIRECIONADOS / TRAÇÃO</a:t>
              </a:r>
            </a:p>
          </p:txBody>
        </p:sp>
        <p:sp>
          <p:nvSpPr>
            <p:cNvPr id="31" name="Retângulo Arredondado 30">
              <a:extLst>
                <a:ext uri="{FF2B5EF4-FFF2-40B4-BE49-F238E27FC236}">
                  <a16:creationId xmlns:a16="http://schemas.microsoft.com/office/drawing/2014/main" id="{DC4C3947-B6D8-F94E-8CA7-901311D8A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94900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006CB7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A6B4F38-9F1F-78DA-B003-5A6CB698A9DA}"/>
              </a:ext>
            </a:extLst>
          </p:cNvPr>
          <p:cNvGrpSpPr/>
          <p:nvPr/>
        </p:nvGrpSpPr>
        <p:grpSpPr>
          <a:xfrm>
            <a:off x="7529069" y="3681524"/>
            <a:ext cx="2612422" cy="720000"/>
            <a:chOff x="7477943" y="409838"/>
            <a:chExt cx="2612422" cy="720000"/>
          </a:xfrm>
        </p:grpSpPr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B1B9F337-C0F9-2538-2589-721BA2733ECB}"/>
              </a:ext>
            </a:extLst>
          </p:cNvPr>
          <p:cNvGrpSpPr/>
          <p:nvPr/>
        </p:nvGrpSpPr>
        <p:grpSpPr>
          <a:xfrm>
            <a:off x="10009687" y="193725"/>
            <a:ext cx="1708566" cy="288000"/>
            <a:chOff x="9954940" y="2727294"/>
            <a:chExt cx="1708566" cy="288000"/>
          </a:xfrm>
        </p:grpSpPr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EBF7A26B-BB1E-C2B4-2C4B-B1C5CA5F9486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solidFill>
              <a:srgbClr val="060386"/>
            </a:solidFill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EM ANDAMENTO</a:t>
              </a:r>
            </a:p>
          </p:txBody>
        </p:sp>
        <p:sp>
          <p:nvSpPr>
            <p:cNvPr id="73" name="Retângulo Arredondado 50">
              <a:extLst>
                <a:ext uri="{FF2B5EF4-FFF2-40B4-BE49-F238E27FC236}">
                  <a16:creationId xmlns:a16="http://schemas.microsoft.com/office/drawing/2014/main" id="{28882DC1-9616-6CBB-71F8-A4DE36A238D7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33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7395D92A-D72E-B128-540D-2B4120E76AD9}"/>
              </a:ext>
            </a:extLst>
          </p:cNvPr>
          <p:cNvGrpSpPr/>
          <p:nvPr/>
        </p:nvGrpSpPr>
        <p:grpSpPr>
          <a:xfrm>
            <a:off x="10009687" y="571431"/>
            <a:ext cx="1708566" cy="288000"/>
            <a:chOff x="9954940" y="2727294"/>
            <a:chExt cx="1708566" cy="288000"/>
          </a:xfrm>
          <a:solidFill>
            <a:srgbClr val="060386"/>
          </a:solidFill>
        </p:grpSpPr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2C348066-2A37-FF02-25BF-4694255A09FE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grpFill/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DIRECIONADO</a:t>
              </a:r>
            </a:p>
          </p:txBody>
        </p:sp>
        <p:sp>
          <p:nvSpPr>
            <p:cNvPr id="76" name="Retângulo Arredondado 54">
              <a:extLst>
                <a:ext uri="{FF2B5EF4-FFF2-40B4-BE49-F238E27FC236}">
                  <a16:creationId xmlns:a16="http://schemas.microsoft.com/office/drawing/2014/main" id="{503F1B19-CE2D-8489-F3D7-6DBDF7FBC74A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25639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33821f-df14-40e9-a6cb-bd6db7313ec0" xsi:nil="true"/>
    <lcf76f155ced4ddcb4097134ff3c332f xmlns="36c175d1-fe7d-4453-972e-ef0dc706915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D049DA65E6254D8FBA06DD28A60326" ma:contentTypeVersion="14" ma:contentTypeDescription="Crie um novo documento." ma:contentTypeScope="" ma:versionID="c99a7092ddef6139c3a462766eacf7d7">
  <xsd:schema xmlns:xsd="http://www.w3.org/2001/XMLSchema" xmlns:xs="http://www.w3.org/2001/XMLSchema" xmlns:p="http://schemas.microsoft.com/office/2006/metadata/properties" xmlns:ns2="36c175d1-fe7d-4453-972e-ef0dc706915e" xmlns:ns3="b933821f-df14-40e9-a6cb-bd6db7313ec0" targetNamespace="http://schemas.microsoft.com/office/2006/metadata/properties" ma:root="true" ma:fieldsID="65ad24a4279d5af45062d04a60b5e64a" ns2:_="" ns3:_="">
    <xsd:import namespace="36c175d1-fe7d-4453-972e-ef0dc706915e"/>
    <xsd:import namespace="b933821f-df14-40e9-a6cb-bd6db7313e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175d1-fe7d-4453-972e-ef0dc70691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81cb0d3f-e26e-4dcc-a787-2f8b2e2fe5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33821f-df14-40e9-a6cb-bd6db7313ec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9358c-0489-4fd8-a114-f9b7569c8a4d}" ma:internalName="TaxCatchAll" ma:showField="CatchAllData" ma:web="b933821f-df14-40e9-a6cb-bd6db7313e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7CDEFA-E1DB-4B7F-930E-FE82EDF28CD6}">
  <ds:schemaRefs>
    <ds:schemaRef ds:uri="http://purl.org/dc/terms/"/>
    <ds:schemaRef ds:uri="36c175d1-fe7d-4453-972e-ef0dc706915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b933821f-df14-40e9-a6cb-bd6db7313ec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911FEBF-C12C-477B-8462-FD0E5411C9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c175d1-fe7d-4453-972e-ef0dc706915e"/>
    <ds:schemaRef ds:uri="b933821f-df14-40e9-a6cb-bd6db7313e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06DD2B-6DFB-44D6-B320-122AA4087E8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7c3e506-ef85-4386-8e54-2dfcdc8017d0}" enabled="0" method="" siteId="{d7c3e506-ef85-4386-8e54-2dfcdc8017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Montserrat</vt:lpstr>
      <vt:lpstr>Montserrat Black</vt:lpstr>
      <vt:lpstr>2_Office Theme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Cruz</dc:creator>
  <cp:lastModifiedBy>Carolina Barone</cp:lastModifiedBy>
  <cp:revision>2</cp:revision>
  <dcterms:created xsi:type="dcterms:W3CDTF">2024-11-19T17:42:42Z</dcterms:created>
  <dcterms:modified xsi:type="dcterms:W3CDTF">2026-06-01T17:56:06Z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0x01010023D049DA65E6254D8FBA06DD28A60326</vt:lpwstr>
  </property>
  <property fmtid="{D5CDD505-2E9C-101B-9397-08002B2CF9AE}" pid="3" name="MediaServiceImageTags">
    <vt:lpwstr/>
  </property>
</Properties>
</file>