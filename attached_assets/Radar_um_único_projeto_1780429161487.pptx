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7"/>
  </p:notesMasterIdLst>
  <p:sldIdLst>
    <p:sldId id="266" r:id="rId5"/>
    <p:sldId id="26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386"/>
    <a:srgbClr val="0095FA"/>
    <a:srgbClr val="0082DA"/>
    <a:srgbClr val="A7DAEF"/>
    <a:srgbClr val="CFEBF9"/>
    <a:srgbClr val="006CB7"/>
    <a:srgbClr val="84CBEA"/>
    <a:srgbClr val="84CBE9"/>
    <a:srgbClr val="BFDC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15941-E43C-4781-A492-7B7C1FE03A03}" v="7" dt="2026-06-02T19:37:44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Barone" userId="87f7a943-ba79-42f1-a04e-30a4b241fee2" providerId="ADAL" clId="{F75838A5-7964-4ECF-B4D1-45CDCE3C0FB5}"/>
    <pc:docChg chg="custSel addSld delSld modSld">
      <pc:chgData name="Carolina Barone" userId="87f7a943-ba79-42f1-a04e-30a4b241fee2" providerId="ADAL" clId="{F75838A5-7964-4ECF-B4D1-45CDCE3C0FB5}" dt="2026-06-02T19:39:04.224" v="32" actId="14100"/>
      <pc:docMkLst>
        <pc:docMk/>
      </pc:docMkLst>
      <pc:sldChg chg="addSp delSp modSp mod">
        <pc:chgData name="Carolina Barone" userId="87f7a943-ba79-42f1-a04e-30a4b241fee2" providerId="ADAL" clId="{F75838A5-7964-4ECF-B4D1-45CDCE3C0FB5}" dt="2026-06-02T19:38:19.081" v="25" actId="20577"/>
        <pc:sldMkLst>
          <pc:docMk/>
          <pc:sldMk cId="1060835569" sldId="266"/>
        </pc:sldMkLst>
        <pc:spChg chg="mod">
          <ac:chgData name="Carolina Barone" userId="87f7a943-ba79-42f1-a04e-30a4b241fee2" providerId="ADAL" clId="{F75838A5-7964-4ECF-B4D1-45CDCE3C0FB5}" dt="2026-06-02T19:38:12.806" v="23" actId="20577"/>
          <ac:spMkLst>
            <pc:docMk/>
            <pc:sldMk cId="1060835569" sldId="266"/>
            <ac:spMk id="2" creationId="{8C15113D-76EC-D05D-4652-3A503953C8F1}"/>
          </ac:spMkLst>
        </pc:spChg>
        <pc:spChg chg="add del mod">
          <ac:chgData name="Carolina Barone" userId="87f7a943-ba79-42f1-a04e-30a4b241fee2" providerId="ADAL" clId="{F75838A5-7964-4ECF-B4D1-45CDCE3C0FB5}" dt="2026-06-02T19:36:48.380" v="5" actId="478"/>
          <ac:spMkLst>
            <pc:docMk/>
            <pc:sldMk cId="1060835569" sldId="266"/>
            <ac:spMk id="8" creationId="{0CF0EC55-4302-B986-77EC-91A95F3D9710}"/>
          </ac:spMkLst>
        </pc:spChg>
        <pc:spChg chg="add del mod">
          <ac:chgData name="Carolina Barone" userId="87f7a943-ba79-42f1-a04e-30a4b241fee2" providerId="ADAL" clId="{F75838A5-7964-4ECF-B4D1-45CDCE3C0FB5}" dt="2026-06-02T19:36:49.578" v="6" actId="478"/>
          <ac:spMkLst>
            <pc:docMk/>
            <pc:sldMk cId="1060835569" sldId="266"/>
            <ac:spMk id="10" creationId="{BBC956C3-A140-C9ED-427A-AEF2F22323E9}"/>
          </ac:spMkLst>
        </pc:spChg>
        <pc:spChg chg="add del mod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11" creationId="{0152CC5F-4595-389A-8405-61F01F9F801C}"/>
          </ac:spMkLst>
        </pc:spChg>
        <pc:spChg chg="add del mod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13" creationId="{9DB9FB9E-018D-8267-B0EB-EC596CD4DBFE}"/>
          </ac:spMkLst>
        </pc:spChg>
        <pc:spChg chg="add del mod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14" creationId="{CE1A97C2-5413-F415-2CF8-98F147BE8244}"/>
          </ac:spMkLst>
        </pc:spChg>
        <pc:spChg chg="add del mod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15" creationId="{AACF7C19-CE63-42B4-13BA-8EAF7F710864}"/>
          </ac:spMkLst>
        </pc:spChg>
        <pc:spChg chg="add mod">
          <ac:chgData name="Carolina Barone" userId="87f7a943-ba79-42f1-a04e-30a4b241fee2" providerId="ADAL" clId="{F75838A5-7964-4ECF-B4D1-45CDCE3C0FB5}" dt="2026-06-02T19:36:30.039" v="2" actId="571"/>
          <ac:spMkLst>
            <pc:docMk/>
            <pc:sldMk cId="1060835569" sldId="266"/>
            <ac:spMk id="16" creationId="{CD59E377-34B4-133A-1154-4767D6299FFA}"/>
          </ac:spMkLst>
        </pc:spChg>
        <pc:spChg chg="add del mod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17" creationId="{FB3A881D-1F07-6751-3E1D-F844DB9901FB}"/>
          </ac:spMkLst>
        </pc:spChg>
        <pc:spChg chg="add del mod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18" creationId="{A22CE322-F4B7-8B60-6A66-3B370ACCA6C7}"/>
          </ac:spMkLst>
        </pc:spChg>
        <pc:spChg chg="add mod">
          <ac:chgData name="Carolina Barone" userId="87f7a943-ba79-42f1-a04e-30a4b241fee2" providerId="ADAL" clId="{F75838A5-7964-4ECF-B4D1-45CDCE3C0FB5}" dt="2026-06-02T19:36:30.039" v="2" actId="571"/>
          <ac:spMkLst>
            <pc:docMk/>
            <pc:sldMk cId="1060835569" sldId="266"/>
            <ac:spMk id="19" creationId="{30398F89-D13D-42AE-02A1-22E191C3AF62}"/>
          </ac:spMkLst>
        </pc:spChg>
        <pc:spChg chg="add mod">
          <ac:chgData name="Carolina Barone" userId="87f7a943-ba79-42f1-a04e-30a4b241fee2" providerId="ADAL" clId="{F75838A5-7964-4ECF-B4D1-45CDCE3C0FB5}" dt="2026-06-02T19:36:30.039" v="2" actId="571"/>
          <ac:spMkLst>
            <pc:docMk/>
            <pc:sldMk cId="1060835569" sldId="266"/>
            <ac:spMk id="20" creationId="{1508E61B-B5A2-1D09-91C9-58090529E5EC}"/>
          </ac:spMkLst>
        </pc:spChg>
        <pc:spChg chg="add mod">
          <ac:chgData name="Carolina Barone" userId="87f7a943-ba79-42f1-a04e-30a4b241fee2" providerId="ADAL" clId="{F75838A5-7964-4ECF-B4D1-45CDCE3C0FB5}" dt="2026-06-02T19:37:14.542" v="11"/>
          <ac:spMkLst>
            <pc:docMk/>
            <pc:sldMk cId="1060835569" sldId="266"/>
            <ac:spMk id="21" creationId="{11DE58AC-0439-E08C-8BC8-E2D3F5487977}"/>
          </ac:spMkLst>
        </pc:spChg>
        <pc:spChg chg="add mod">
          <ac:chgData name="Carolina Barone" userId="87f7a943-ba79-42f1-a04e-30a4b241fee2" providerId="ADAL" clId="{F75838A5-7964-4ECF-B4D1-45CDCE3C0FB5}" dt="2026-06-02T19:37:14.542" v="11"/>
          <ac:spMkLst>
            <pc:docMk/>
            <pc:sldMk cId="1060835569" sldId="266"/>
            <ac:spMk id="22" creationId="{B14C95DB-C7BA-F2BD-0901-F2836AAAC16D}"/>
          </ac:spMkLst>
        </pc:spChg>
        <pc:spChg chg="add del mod">
          <ac:chgData name="Carolina Barone" userId="87f7a943-ba79-42f1-a04e-30a4b241fee2" providerId="ADAL" clId="{F75838A5-7964-4ECF-B4D1-45CDCE3C0FB5}" dt="2026-06-02T19:37:48.611" v="17" actId="478"/>
          <ac:spMkLst>
            <pc:docMk/>
            <pc:sldMk cId="1060835569" sldId="266"/>
            <ac:spMk id="23" creationId="{ED4F5144-7E29-7847-8ECC-4DC949559988}"/>
          </ac:spMkLst>
        </pc:spChg>
        <pc:spChg chg="mod">
          <ac:chgData name="Carolina Barone" userId="87f7a943-ba79-42f1-a04e-30a4b241fee2" providerId="ADAL" clId="{F75838A5-7964-4ECF-B4D1-45CDCE3C0FB5}" dt="2026-06-02T19:38:16.735" v="24" actId="20577"/>
          <ac:spMkLst>
            <pc:docMk/>
            <pc:sldMk cId="1060835569" sldId="266"/>
            <ac:spMk id="73" creationId="{3D9E2BD0-755F-DB5F-C811-01B89F9B8E16}"/>
          </ac:spMkLst>
        </pc:spChg>
        <pc:spChg chg="mod">
          <ac:chgData name="Carolina Barone" userId="87f7a943-ba79-42f1-a04e-30a4b241fee2" providerId="ADAL" clId="{F75838A5-7964-4ECF-B4D1-45CDCE3C0FB5}" dt="2026-06-02T19:38:19.081" v="25" actId="20577"/>
          <ac:spMkLst>
            <pc:docMk/>
            <pc:sldMk cId="1060835569" sldId="266"/>
            <ac:spMk id="76" creationId="{1712765E-74B8-ACC7-D22D-C36B103C0C2A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0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0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0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05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06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308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309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10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38.367" v="3" actId="478"/>
          <ac:spMkLst>
            <pc:docMk/>
            <pc:sldMk cId="1060835569" sldId="266"/>
            <ac:spMk id="31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42.490" v="4" actId="478"/>
          <ac:spMkLst>
            <pc:docMk/>
            <pc:sldMk cId="1060835569" sldId="266"/>
            <ac:spMk id="31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48.380" v="5" actId="478"/>
          <ac:spMkLst>
            <pc:docMk/>
            <pc:sldMk cId="1060835569" sldId="266"/>
            <ac:spMk id="31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9:36:48.380" v="5" actId="478"/>
          <ac:spMkLst>
            <pc:docMk/>
            <pc:sldMk cId="1060835569" sldId="266"/>
            <ac:spMk id="314" creationId="{00000000-0000-0000-0000-000000000000}"/>
          </ac:spMkLst>
        </pc:spChg>
        <pc:cxnChg chg="add del mod">
          <ac:chgData name="Carolina Barone" userId="87f7a943-ba79-42f1-a04e-30a4b241fee2" providerId="ADAL" clId="{F75838A5-7964-4ECF-B4D1-45CDCE3C0FB5}" dt="2026-06-02T19:37:48.611" v="17" actId="478"/>
          <ac:cxnSpMkLst>
            <pc:docMk/>
            <pc:sldMk cId="1060835569" sldId="266"/>
            <ac:cxnSpMk id="24" creationId="{976E43E2-859A-E77B-279B-12F7CC680FF9}"/>
          </ac:cxnSpMkLst>
        </pc:cxnChg>
      </pc:sldChg>
      <pc:sldChg chg="addSp modSp add mod">
        <pc:chgData name="Carolina Barone" userId="87f7a943-ba79-42f1-a04e-30a4b241fee2" providerId="ADAL" clId="{F75838A5-7964-4ECF-B4D1-45CDCE3C0FB5}" dt="2026-06-02T19:39:04.224" v="32" actId="14100"/>
        <pc:sldMkLst>
          <pc:docMk/>
          <pc:sldMk cId="1841152299" sldId="267"/>
        </pc:sldMkLst>
        <pc:spChg chg="mod">
          <ac:chgData name="Carolina Barone" userId="87f7a943-ba79-42f1-a04e-30a4b241fee2" providerId="ADAL" clId="{F75838A5-7964-4ECF-B4D1-45CDCE3C0FB5}" dt="2026-06-02T19:38:24.714" v="26" actId="20577"/>
          <ac:spMkLst>
            <pc:docMk/>
            <pc:sldMk cId="1841152299" sldId="267"/>
            <ac:spMk id="2" creationId="{70581DD5-97D8-8C85-7CF0-427F9802D756}"/>
          </ac:spMkLst>
        </pc:spChg>
        <pc:spChg chg="add mod">
          <ac:chgData name="Carolina Barone" userId="87f7a943-ba79-42f1-a04e-30a4b241fee2" providerId="ADAL" clId="{F75838A5-7964-4ECF-B4D1-45CDCE3C0FB5}" dt="2026-06-02T19:37:12.129" v="10" actId="1076"/>
          <ac:spMkLst>
            <pc:docMk/>
            <pc:sldMk cId="1841152299" sldId="267"/>
            <ac:spMk id="8" creationId="{E523E728-C6A7-0540-24FD-ECFB130A7BAA}"/>
          </ac:spMkLst>
        </pc:spChg>
        <pc:spChg chg="add mod">
          <ac:chgData name="Carolina Barone" userId="87f7a943-ba79-42f1-a04e-30a4b241fee2" providerId="ADAL" clId="{F75838A5-7964-4ECF-B4D1-45CDCE3C0FB5}" dt="2026-06-02T19:37:12.129" v="10" actId="1076"/>
          <ac:spMkLst>
            <pc:docMk/>
            <pc:sldMk cId="1841152299" sldId="267"/>
            <ac:spMk id="10" creationId="{51A91AF6-2029-FA15-91B6-90A58FF64F3F}"/>
          </ac:spMkLst>
        </pc:spChg>
        <pc:spChg chg="add mod">
          <ac:chgData name="Carolina Barone" userId="87f7a943-ba79-42f1-a04e-30a4b241fee2" providerId="ADAL" clId="{F75838A5-7964-4ECF-B4D1-45CDCE3C0FB5}" dt="2026-06-02T19:37:44.679" v="16"/>
          <ac:spMkLst>
            <pc:docMk/>
            <pc:sldMk cId="1841152299" sldId="267"/>
            <ac:spMk id="11" creationId="{9D55C26F-59CD-E722-5FB5-379788F24BC1}"/>
          </ac:spMkLst>
        </pc:spChg>
        <pc:spChg chg="mod">
          <ac:chgData name="Carolina Barone" userId="87f7a943-ba79-42f1-a04e-30a4b241fee2" providerId="ADAL" clId="{F75838A5-7964-4ECF-B4D1-45CDCE3C0FB5}" dt="2026-06-02T19:38:27.783" v="27" actId="20577"/>
          <ac:spMkLst>
            <pc:docMk/>
            <pc:sldMk cId="1841152299" sldId="267"/>
            <ac:spMk id="73" creationId="{66AA494E-B9AB-9756-C5DB-3500D3D4D946}"/>
          </ac:spMkLst>
        </pc:spChg>
        <pc:spChg chg="mod">
          <ac:chgData name="Carolina Barone" userId="87f7a943-ba79-42f1-a04e-30a4b241fee2" providerId="ADAL" clId="{F75838A5-7964-4ECF-B4D1-45CDCE3C0FB5}" dt="2026-06-02T19:38:30.822" v="28" actId="20577"/>
          <ac:spMkLst>
            <pc:docMk/>
            <pc:sldMk cId="1841152299" sldId="267"/>
            <ac:spMk id="76" creationId="{C75B737D-A07A-4F40-569D-AF551AB6B63C}"/>
          </ac:spMkLst>
        </pc:spChg>
        <pc:cxnChg chg="add mod">
          <ac:chgData name="Carolina Barone" userId="87f7a943-ba79-42f1-a04e-30a4b241fee2" providerId="ADAL" clId="{F75838A5-7964-4ECF-B4D1-45CDCE3C0FB5}" dt="2026-06-02T19:39:04.224" v="32" actId="14100"/>
          <ac:cxnSpMkLst>
            <pc:docMk/>
            <pc:sldMk cId="1841152299" sldId="267"/>
            <ac:cxnSpMk id="13" creationId="{0E0A781A-C056-6C50-F94D-FDCD3B9D88BB}"/>
          </ac:cxnSpMkLst>
        </pc:cxnChg>
      </pc:sldChg>
      <pc:sldChg chg="del">
        <pc:chgData name="Carolina Barone" userId="87f7a943-ba79-42f1-a04e-30a4b241fee2" providerId="ADAL" clId="{F75838A5-7964-4ECF-B4D1-45CDCE3C0FB5}" dt="2026-06-02T19:36:56.599" v="7" actId="2696"/>
        <pc:sldMkLst>
          <pc:docMk/>
          <pc:sldMk cId="86256397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C8DDA-3A08-4E75-8EB2-1228EE28B38B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D96-A578-46D3-84BE-046CF127E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9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2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6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98C-6917-D607-6E47-CC7FA57E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9720088-ECE4-0654-CBAF-47F829392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775165-7398-6DA4-AA68-798FEC6E294F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A61B2C-6C62-664A-2B17-6A1D1C82043D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769B9B6-805C-7DCE-43A0-3679CA5E27C1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0C19C14-1554-DF61-2E2F-99188F3B1121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5113D-76EC-D05D-4652-3A503953C8F1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6038D"/>
                </a:solidFill>
                <a:latin typeface="Montserrat Black" pitchFamily="34" charset="0"/>
              </a:rPr>
              <a:t>RADAR DE INOVAÇÃO E NOVOS NEGÓCIOS: 2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FA7B9F-B680-41F3-5C93-AD555152B7CC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6A93459-0515-BF1D-174B-E94F39567544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0D3325E-A999-1C22-E443-FE5D5A0E91C7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9744EFB-ACC4-39E0-AFB7-DB021249DEF6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B777AA18-4108-C07C-0ED0-4855E0C39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A24BC2E4-8423-377A-4D9F-A6DBDC951730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EE166E1-3832-BDFD-1378-8BB3202124C9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467175D4-704F-D896-2A38-4783369D0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F1832A2-3C60-5C08-EEFD-DADE1A0DE8F5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A70A2781-0020-5238-5488-A97634A43426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27E5FDE9-9251-FFF5-368C-C22EBD7AC963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3D9E2BD0-755F-DB5F-C811-01B89F9B8E16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 dirty="0">
                  <a:solidFill>
                    <a:srgbClr val="060386"/>
                  </a:solidFill>
                  <a:latin typeface="Montserrat Black" pitchFamily="2" charset="77"/>
                </a:rPr>
                <a:t>0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6C6C44D-1257-9CA3-0D75-1336F2A34653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31F4C5B-1C24-4D75-E547-FA356152611B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1712765E-74B8-ACC7-D22D-C36B103C0C2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 dirty="0">
                  <a:solidFill>
                    <a:srgbClr val="060386"/>
                  </a:solidFill>
                  <a:latin typeface="Montserrat Black" pitchFamily="2" charset="77"/>
                </a:rPr>
                <a:t>2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72496FC-35F5-0F7E-6894-4ABED7AA1BF3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</p:grpSp>
      <p:sp>
        <p:nvSpPr>
          <p:cNvPr id="21" name="CatLabel307">
            <a:extLst>
              <a:ext uri="{FF2B5EF4-FFF2-40B4-BE49-F238E27FC236}">
                <a16:creationId xmlns:a16="http://schemas.microsoft.com/office/drawing/2014/main" id="{11DE58AC-0439-E08C-8BC8-E2D3F5487977}"/>
              </a:ext>
            </a:extLst>
          </p:cNvPr>
          <p:cNvSpPr txBox="1"/>
          <p:nvPr/>
        </p:nvSpPr>
        <p:spPr>
          <a:xfrm>
            <a:off x="6975346" y="3958591"/>
            <a:ext cx="191260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60386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PRODUTOS FINANCEIROS</a:t>
            </a:r>
          </a:p>
        </p:txBody>
      </p:sp>
      <p:sp>
        <p:nvSpPr>
          <p:cNvPr id="22" name="BubbleCat306">
            <a:extLst>
              <a:ext uri="{FF2B5EF4-FFF2-40B4-BE49-F238E27FC236}">
                <a16:creationId xmlns:a16="http://schemas.microsoft.com/office/drawing/2014/main" id="{B14C95DB-C7BA-F2BD-0901-F2836AAAC16D}"/>
              </a:ext>
            </a:extLst>
          </p:cNvPr>
          <p:cNvSpPr/>
          <p:nvPr/>
        </p:nvSpPr>
        <p:spPr>
          <a:xfrm>
            <a:off x="6424053" y="3784276"/>
            <a:ext cx="600000" cy="60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 pitchFamily="2" charset="77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08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6AA7-E3C9-B617-9A69-2CCD8A31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2A914BB-BB31-8742-08BF-8E4FEF7B0F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26E5AAD-2128-78B9-25FD-3192C93C6814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499591-8F99-4166-5622-38581F757611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AD079DC-B1B1-312A-9D0C-BB59E72B03B1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EBF48BA-997A-7B76-93D1-FDB5371C6FD9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581DD5-97D8-8C85-7CF0-427F9802D756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6038D"/>
                </a:solidFill>
                <a:latin typeface="Montserrat Black" pitchFamily="34" charset="0"/>
              </a:rPr>
              <a:t>RADAR DE INOVAÇÃO E NOVOS NEGÓCIOS: 2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4E970C5-6E23-7E9F-49D5-34FB73688630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B5C15A4D-45DF-CAEC-4F58-D13642C0CF43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4B42B25E-AE5D-5973-B255-1BA1E621B475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9E0F8CF-7805-7CE3-12F6-3227042E19BC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93E1E81C-9C8C-E9AC-D67E-C281ED0A56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E1C220C8-29D6-A10D-15B3-A5ABD0A1A5FD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AECECB9-E594-AEA5-1377-D9A10C2412BA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1380F03F-302C-D824-A735-E3906D0E6F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E6444A0-9C9D-6999-62D2-C476B9737473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5C3864A4-F128-3FE8-14FE-B32532FC1F08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C343361E-0423-15C6-3F09-2098541C4FC7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66AA494E-B9AB-9756-C5DB-3500D3D4D946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 dirty="0">
                  <a:solidFill>
                    <a:srgbClr val="060386"/>
                  </a:solidFill>
                  <a:latin typeface="Montserrat Black" pitchFamily="2" charset="77"/>
                </a:rPr>
                <a:t>0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BCC1816-2ABC-42E8-4866-F7F1C5701443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F7E7210E-6354-D284-FC56-144EC4D749A8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C75B737D-A07A-4F40-569D-AF551AB6B63C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 dirty="0">
                  <a:solidFill>
                    <a:srgbClr val="060386"/>
                  </a:solidFill>
                  <a:latin typeface="Montserrat Black" pitchFamily="2" charset="77"/>
                </a:rPr>
                <a:t>2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EF9ACBB-3E7E-368E-8342-2907809492A3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</p:grpSp>
      <p:sp>
        <p:nvSpPr>
          <p:cNvPr id="8" name="CatLabel307">
            <a:extLst>
              <a:ext uri="{FF2B5EF4-FFF2-40B4-BE49-F238E27FC236}">
                <a16:creationId xmlns:a16="http://schemas.microsoft.com/office/drawing/2014/main" id="{E523E728-C6A7-0540-24FD-ECFB130A7BAA}"/>
              </a:ext>
            </a:extLst>
          </p:cNvPr>
          <p:cNvSpPr txBox="1"/>
          <p:nvPr/>
        </p:nvSpPr>
        <p:spPr>
          <a:xfrm>
            <a:off x="6975346" y="3958591"/>
            <a:ext cx="191260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60386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PRODUTOS FINANCEIROS</a:t>
            </a:r>
          </a:p>
        </p:txBody>
      </p:sp>
      <p:sp>
        <p:nvSpPr>
          <p:cNvPr id="10" name="BubbleCat306">
            <a:extLst>
              <a:ext uri="{FF2B5EF4-FFF2-40B4-BE49-F238E27FC236}">
                <a16:creationId xmlns:a16="http://schemas.microsoft.com/office/drawing/2014/main" id="{51A91AF6-2029-FA15-91B6-90A58FF64F3F}"/>
              </a:ext>
            </a:extLst>
          </p:cNvPr>
          <p:cNvSpPr/>
          <p:nvPr/>
        </p:nvSpPr>
        <p:spPr>
          <a:xfrm>
            <a:off x="6424053" y="3784276"/>
            <a:ext cx="600000" cy="60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 pitchFamily="2" charset="77"/>
                <a:ea typeface="+mn-ea"/>
                <a:cs typeface="+mn-cs"/>
              </a:rPr>
              <a:t>2</a:t>
            </a:r>
          </a:p>
        </p:txBody>
      </p:sp>
      <p:sp>
        <p:nvSpPr>
          <p:cNvPr id="11" name="Alternar Processo 65">
            <a:extLst>
              <a:ext uri="{FF2B5EF4-FFF2-40B4-BE49-F238E27FC236}">
                <a16:creationId xmlns:a16="http://schemas.microsoft.com/office/drawing/2014/main" id="{9D55C26F-59CD-E722-5FB5-379788F24BC1}"/>
              </a:ext>
            </a:extLst>
          </p:cNvPr>
          <p:cNvSpPr/>
          <p:nvPr/>
        </p:nvSpPr>
        <p:spPr>
          <a:xfrm>
            <a:off x="9429588" y="4478056"/>
            <a:ext cx="2160000" cy="369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 dirty="0">
                <a:solidFill>
                  <a:srgbClr val="050193"/>
                </a:solidFill>
                <a:latin typeface="Montserrat" pitchFamily="2" charset="77"/>
              </a:rPr>
              <a:t>Portal do aluno 2026</a:t>
            </a:r>
          </a:p>
        </p:txBody>
      </p:sp>
      <p:cxnSp>
        <p:nvCxnSpPr>
          <p:cNvPr id="13" name="Conector Angulado 13">
            <a:extLst>
              <a:ext uri="{FF2B5EF4-FFF2-40B4-BE49-F238E27FC236}">
                <a16:creationId xmlns:a16="http://schemas.microsoft.com/office/drawing/2014/main" id="{0E0A781A-C056-6C50-F94D-FDCD3B9D88BB}"/>
              </a:ext>
            </a:extLst>
          </p:cNvPr>
          <p:cNvCxnSpPr>
            <a:cxnSpLocks/>
            <a:stCxn id="10" idx="5"/>
            <a:endCxn id="11" idx="1"/>
          </p:cNvCxnSpPr>
          <p:nvPr/>
        </p:nvCxnSpPr>
        <p:spPr>
          <a:xfrm rot="16200000" flipH="1">
            <a:off x="7999729" y="3232863"/>
            <a:ext cx="366314" cy="2493403"/>
          </a:xfrm>
          <a:prstGeom prst="bentConnector2">
            <a:avLst/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522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D049DA65E6254D8FBA06DD28A60326" ma:contentTypeVersion="14" ma:contentTypeDescription="Crie um novo documento." ma:contentTypeScope="" ma:versionID="c99a7092ddef6139c3a462766eacf7d7">
  <xsd:schema xmlns:xsd="http://www.w3.org/2001/XMLSchema" xmlns:xs="http://www.w3.org/2001/XMLSchema" xmlns:p="http://schemas.microsoft.com/office/2006/metadata/properties" xmlns:ns2="36c175d1-fe7d-4453-972e-ef0dc706915e" xmlns:ns3="b933821f-df14-40e9-a6cb-bd6db7313ec0" targetNamespace="http://schemas.microsoft.com/office/2006/metadata/properties" ma:root="true" ma:fieldsID="65ad24a4279d5af45062d04a60b5e64a" ns2:_="" ns3:_="">
    <xsd:import namespace="36c175d1-fe7d-4453-972e-ef0dc706915e"/>
    <xsd:import namespace="b933821f-df14-40e9-a6cb-bd6db7313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175d1-fe7d-4453-972e-ef0dc70691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81cb0d3f-e26e-4dcc-a787-2f8b2e2fe5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3821f-df14-40e9-a6cb-bd6db7313e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9358c-0489-4fd8-a114-f9b7569c8a4d}" ma:internalName="TaxCatchAll" ma:showField="CatchAllData" ma:web="b933821f-df14-40e9-a6cb-bd6db7313e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33821f-df14-40e9-a6cb-bd6db7313ec0" xsi:nil="true"/>
    <lcf76f155ced4ddcb4097134ff3c332f xmlns="36c175d1-fe7d-4453-972e-ef0dc70691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11FEBF-C12C-477B-8462-FD0E5411C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c175d1-fe7d-4453-972e-ef0dc706915e"/>
    <ds:schemaRef ds:uri="b933821f-df14-40e9-a6cb-bd6db7313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06DD2B-6DFB-44D6-B320-122AA4087E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7CDEFA-E1DB-4B7F-930E-FE82EDF28CD6}">
  <ds:schemaRefs>
    <ds:schemaRef ds:uri="http://purl.org/dc/terms/"/>
    <ds:schemaRef ds:uri="36c175d1-fe7d-4453-972e-ef0dc706915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b933821f-df14-40e9-a6cb-bd6db7313ec0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7c3e506-ef85-4386-8e54-2dfcdc8017d0}" enabled="0" method="" siteId="{d7c3e506-ef85-4386-8e54-2dfcdc8017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Montserrat</vt:lpstr>
      <vt:lpstr>Montserrat Black</vt:lpstr>
      <vt:lpstr>2_Office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Cruz</dc:creator>
  <cp:lastModifiedBy>Carolina Barone</cp:lastModifiedBy>
  <cp:revision>3</cp:revision>
  <dcterms:created xsi:type="dcterms:W3CDTF">2024-11-19T17:42:42Z</dcterms:created>
  <dcterms:modified xsi:type="dcterms:W3CDTF">2026-06-02T19:39:05Z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0x01010023D049DA65E6254D8FBA06DD28A60326</vt:lpwstr>
  </property>
  <property fmtid="{D5CDD505-2E9C-101B-9397-08002B2CF9AE}" pid="3" name="MediaServiceImageTags">
    <vt:lpwstr/>
  </property>
</Properties>
</file>