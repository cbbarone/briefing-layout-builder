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7"/>
  </p:notesMasterIdLst>
  <p:sldIdLst>
    <p:sldId id="266" r:id="rId5"/>
    <p:sldId id="276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386"/>
    <a:srgbClr val="0095FA"/>
    <a:srgbClr val="0082DA"/>
    <a:srgbClr val="A7DAEF"/>
    <a:srgbClr val="CFEBF9"/>
    <a:srgbClr val="006CB7"/>
    <a:srgbClr val="84CBEA"/>
    <a:srgbClr val="84CBE9"/>
    <a:srgbClr val="BFDCE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Barone" userId="87f7a943-ba79-42f1-a04e-30a4b241fee2" providerId="ADAL" clId="{F75838A5-7964-4ECF-B4D1-45CDCE3C0FB5}"/>
    <pc:docChg chg="delSld delMainMaster">
      <pc:chgData name="Carolina Barone" userId="87f7a943-ba79-42f1-a04e-30a4b241fee2" providerId="ADAL" clId="{F75838A5-7964-4ECF-B4D1-45CDCE3C0FB5}" dt="2026-05-25T20:25:06.894" v="1" actId="2696"/>
      <pc:docMkLst>
        <pc:docMk/>
      </pc:docMkLst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2492594055" sldId="256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2052160177" sldId="257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1295968233" sldId="258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0" sldId="259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3424473145" sldId="260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1766772234" sldId="265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0" sldId="267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3957910995" sldId="268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2539767675" sldId="270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0" sldId="274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0" sldId="275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3070794505" sldId="280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3460991983" sldId="283"/>
        </pc:sldMkLst>
      </pc:sldChg>
      <pc:sldChg chg="del">
        <pc:chgData name="Carolina Barone" userId="87f7a943-ba79-42f1-a04e-30a4b241fee2" providerId="ADAL" clId="{F75838A5-7964-4ECF-B4D1-45CDCE3C0FB5}" dt="2026-05-25T20:24:56.800" v="0" actId="2696"/>
        <pc:sldMkLst>
          <pc:docMk/>
          <pc:sldMk cId="2695655424" sldId="403"/>
        </pc:sldMkLst>
      </pc:sldChg>
      <pc:sldChg chg="del">
        <pc:chgData name="Carolina Barone" userId="87f7a943-ba79-42f1-a04e-30a4b241fee2" providerId="ADAL" clId="{F75838A5-7964-4ECF-B4D1-45CDCE3C0FB5}" dt="2026-05-25T20:24:56.800" v="0" actId="2696"/>
        <pc:sldMkLst>
          <pc:docMk/>
          <pc:sldMk cId="4230556440" sldId="407"/>
        </pc:sldMkLst>
      </pc:sldChg>
      <pc:sldChg chg="del">
        <pc:chgData name="Carolina Barone" userId="87f7a943-ba79-42f1-a04e-30a4b241fee2" providerId="ADAL" clId="{F75838A5-7964-4ECF-B4D1-45CDCE3C0FB5}" dt="2026-05-25T20:24:56.800" v="0" actId="2696"/>
        <pc:sldMkLst>
          <pc:docMk/>
          <pc:sldMk cId="2707525392" sldId="453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3932832618" sldId="519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2304282338" sldId="7094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191025325" sldId="7098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1871741251" sldId="7099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3059033048" sldId="7100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0" sldId="2147471674"/>
        </pc:sldMkLst>
      </pc:sldChg>
      <pc:sldChg chg="del">
        <pc:chgData name="Carolina Barone" userId="87f7a943-ba79-42f1-a04e-30a4b241fee2" providerId="ADAL" clId="{F75838A5-7964-4ECF-B4D1-45CDCE3C0FB5}" dt="2026-05-25T20:25:06.894" v="1" actId="2696"/>
        <pc:sldMkLst>
          <pc:docMk/>
          <pc:sldMk cId="2872717884" sldId="2147483610"/>
        </pc:sldMkLst>
      </pc:sldChg>
      <pc:sldChg chg="del">
        <pc:chgData name="Carolina Barone" userId="87f7a943-ba79-42f1-a04e-30a4b241fee2" providerId="ADAL" clId="{F75838A5-7964-4ECF-B4D1-45CDCE3C0FB5}" dt="2026-05-25T20:24:56.800" v="0" actId="2696"/>
        <pc:sldMkLst>
          <pc:docMk/>
          <pc:sldMk cId="3384947996" sldId="2147483645"/>
        </pc:sldMkLst>
      </pc:sldChg>
      <pc:sldMasterChg chg="del delSldLayout">
        <pc:chgData name="Carolina Barone" userId="87f7a943-ba79-42f1-a04e-30a4b241fee2" providerId="ADAL" clId="{F75838A5-7964-4ECF-B4D1-45CDCE3C0FB5}" dt="2026-05-25T20:25:06.894" v="1" actId="2696"/>
        <pc:sldMasterMkLst>
          <pc:docMk/>
          <pc:sldMasterMk cId="3973687758" sldId="2147483660"/>
        </pc:sldMasterMkLst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973687758" sldId="2147483660"/>
            <pc:sldLayoutMk cId="1806585669" sldId="2147483661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973687758" sldId="2147483660"/>
            <pc:sldLayoutMk cId="997745698" sldId="2147483662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973687758" sldId="2147483660"/>
            <pc:sldLayoutMk cId="3681760490" sldId="2147483663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973687758" sldId="2147483660"/>
            <pc:sldLayoutMk cId="1942578558" sldId="2147483664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973687758" sldId="2147483660"/>
            <pc:sldLayoutMk cId="2683878396" sldId="2147483673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973687758" sldId="2147483660"/>
            <pc:sldLayoutMk cId="2200619298" sldId="2147483674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973687758" sldId="2147483660"/>
            <pc:sldLayoutMk cId="91430887" sldId="2147483675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973687758" sldId="2147483660"/>
            <pc:sldLayoutMk cId="2215683257" sldId="2147483676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973687758" sldId="2147483660"/>
            <pc:sldLayoutMk cId="3883632414" sldId="2147483677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973687758" sldId="2147483660"/>
            <pc:sldLayoutMk cId="2709494518" sldId="2147483678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973687758" sldId="2147483660"/>
            <pc:sldLayoutMk cId="2484367559" sldId="2147483679"/>
          </pc:sldLayoutMkLst>
        </pc:sldLayoutChg>
      </pc:sldMasterChg>
      <pc:sldMasterChg chg="del delSldLayout">
        <pc:chgData name="Carolina Barone" userId="87f7a943-ba79-42f1-a04e-30a4b241fee2" providerId="ADAL" clId="{F75838A5-7964-4ECF-B4D1-45CDCE3C0FB5}" dt="2026-05-25T20:25:06.894" v="1" actId="2696"/>
        <pc:sldMasterMkLst>
          <pc:docMk/>
          <pc:sldMasterMk cId="663013841" sldId="2147483680"/>
        </pc:sldMasterMkLst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663013841" sldId="2147483680"/>
            <pc:sldLayoutMk cId="1557806698" sldId="2147483681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663013841" sldId="2147483680"/>
            <pc:sldLayoutMk cId="1181056006" sldId="2147483682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663013841" sldId="2147483680"/>
            <pc:sldLayoutMk cId="344896016" sldId="2147483683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663013841" sldId="2147483680"/>
            <pc:sldLayoutMk cId="1596793479" sldId="2147483684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663013841" sldId="2147483680"/>
            <pc:sldLayoutMk cId="3167574924" sldId="2147483685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663013841" sldId="2147483680"/>
            <pc:sldLayoutMk cId="1814999836" sldId="2147483686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663013841" sldId="2147483680"/>
            <pc:sldLayoutMk cId="882301655" sldId="2147483687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663013841" sldId="2147483680"/>
            <pc:sldLayoutMk cId="2614286183" sldId="2147483688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663013841" sldId="2147483680"/>
            <pc:sldLayoutMk cId="3779573174" sldId="2147483689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663013841" sldId="2147483680"/>
            <pc:sldLayoutMk cId="4111660515" sldId="2147483690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663013841" sldId="2147483680"/>
            <pc:sldLayoutMk cId="877333337" sldId="2147483691"/>
          </pc:sldLayoutMkLst>
        </pc:sldLayoutChg>
      </pc:sldMasterChg>
      <pc:sldMasterChg chg="del delSldLayout">
        <pc:chgData name="Carolina Barone" userId="87f7a943-ba79-42f1-a04e-30a4b241fee2" providerId="ADAL" clId="{F75838A5-7964-4ECF-B4D1-45CDCE3C0FB5}" dt="2026-05-25T20:25:06.894" v="1" actId="2696"/>
        <pc:sldMasterMkLst>
          <pc:docMk/>
          <pc:sldMasterMk cId="2363063911" sldId="2147483692"/>
        </pc:sldMasterMkLst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2363063911" sldId="2147483692"/>
            <pc:sldLayoutMk cId="3271842298" sldId="2147483693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2363063911" sldId="2147483692"/>
            <pc:sldLayoutMk cId="2390774153" sldId="2147483694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2363063911" sldId="2147483692"/>
            <pc:sldLayoutMk cId="821975971" sldId="2147483695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2363063911" sldId="2147483692"/>
            <pc:sldLayoutMk cId="117649516" sldId="2147483696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2363063911" sldId="2147483692"/>
            <pc:sldLayoutMk cId="445430750" sldId="2147483697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2363063911" sldId="2147483692"/>
            <pc:sldLayoutMk cId="1330734161" sldId="2147483698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2363063911" sldId="2147483692"/>
            <pc:sldLayoutMk cId="2445683902" sldId="2147483699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2363063911" sldId="2147483692"/>
            <pc:sldLayoutMk cId="3203264161" sldId="2147483700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2363063911" sldId="2147483692"/>
            <pc:sldLayoutMk cId="3927696846" sldId="2147483701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2363063911" sldId="2147483692"/>
            <pc:sldLayoutMk cId="2982193710" sldId="2147483702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2363063911" sldId="2147483692"/>
            <pc:sldLayoutMk cId="2580724207" sldId="2147483703"/>
          </pc:sldLayoutMkLst>
        </pc:sldLayoutChg>
      </pc:sldMasterChg>
      <pc:sldMasterChg chg="del delSldLayout">
        <pc:chgData name="Carolina Barone" userId="87f7a943-ba79-42f1-a04e-30a4b241fee2" providerId="ADAL" clId="{F75838A5-7964-4ECF-B4D1-45CDCE3C0FB5}" dt="2026-05-25T20:25:06.894" v="1" actId="2696"/>
        <pc:sldMasterMkLst>
          <pc:docMk/>
          <pc:sldMasterMk cId="3641302591" sldId="2147483727"/>
        </pc:sldMasterMkLst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1696987394" sldId="2147483728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43863435" sldId="2147483729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2206706634" sldId="2147483730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807610214" sldId="2147483731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744564664" sldId="2147483732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754155013" sldId="2147483733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3511838547" sldId="2147483734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1254998037" sldId="2147483735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3257844796" sldId="2147483736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2948608404" sldId="2147483737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1604814576" sldId="2147483738"/>
          </pc:sldLayoutMkLst>
        </pc:sldLayoutChg>
        <pc:sldLayoutChg chg="del">
          <pc:chgData name="Carolina Barone" userId="87f7a943-ba79-42f1-a04e-30a4b241fee2" providerId="ADAL" clId="{F75838A5-7964-4ECF-B4D1-45CDCE3C0FB5}" dt="2026-05-25T20:25:06.894" v="1" actId="2696"/>
          <pc:sldLayoutMkLst>
            <pc:docMk/>
            <pc:sldMasterMk cId="3641302591" sldId="2147483727"/>
            <pc:sldLayoutMk cId="1974040926" sldId="214748373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C8DDA-3A08-4E75-8EB2-1228EE28B38B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D96-A578-46D3-84BE-046CF127E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19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23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46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98C-6917-D607-6E47-CC7FA57E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9720088-ECE4-0654-CBAF-47F829392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3791" y="6483096"/>
            <a:ext cx="633679" cy="1801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8775165-7398-6DA4-AA68-798FEC6E294F}"/>
              </a:ext>
            </a:extLst>
          </p:cNvPr>
          <p:cNvSpPr>
            <a:spLocks noChangeAspect="1"/>
          </p:cNvSpPr>
          <p:nvPr/>
        </p:nvSpPr>
        <p:spPr>
          <a:xfrm>
            <a:off x="3216000" y="549000"/>
            <a:ext cx="5760000" cy="5760000"/>
          </a:xfrm>
          <a:prstGeom prst="ellipse">
            <a:avLst/>
          </a:prstGeom>
          <a:solidFill>
            <a:srgbClr val="84CBE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A61B2C-6C62-664A-2B17-6A1D1C82043D}"/>
              </a:ext>
            </a:extLst>
          </p:cNvPr>
          <p:cNvSpPr>
            <a:spLocks noChangeAspect="1"/>
          </p:cNvSpPr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solidFill>
            <a:srgbClr val="006CB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769B9B6-805C-7DCE-43A0-3679CA5E27C1}"/>
              </a:ext>
            </a:extLst>
          </p:cNvPr>
          <p:cNvCxnSpPr>
            <a:cxnSpLocks/>
            <a:stCxn id="6" idx="6"/>
            <a:endCxn id="6" idx="2"/>
          </p:cNvCxnSpPr>
          <p:nvPr/>
        </p:nvCxnSpPr>
        <p:spPr>
          <a:xfrm flipH="1">
            <a:off x="3216000" y="3429000"/>
            <a:ext cx="57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0C19C14-1554-DF61-2E2F-99188F3B1121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6096000" y="549000"/>
            <a:ext cx="0" cy="5760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A32312B-3A52-11AE-ADC5-2B79C975A1D3}"/>
              </a:ext>
            </a:extLst>
          </p:cNvPr>
          <p:cNvSpPr/>
          <p:nvPr/>
        </p:nvSpPr>
        <p:spPr>
          <a:xfrm>
            <a:off x="3330300" y="3819086"/>
            <a:ext cx="2160000" cy="2160000"/>
          </a:xfrm>
          <a:prstGeom prst="ellipse">
            <a:avLst/>
          </a:prstGeom>
          <a:solidFill>
            <a:srgbClr val="060386"/>
          </a:solidFill>
          <a:ln w="38100">
            <a:solidFill>
              <a:srgbClr val="0603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>
                <a:solidFill>
                  <a:schemeClr val="bg1"/>
                </a:solidFill>
                <a:latin typeface="Montserrat Black" pitchFamily="2" charset="77"/>
              </a:rPr>
              <a:t>12</a:t>
            </a:r>
            <a:br>
              <a:rPr lang="pt-BR" sz="3600" b="1">
                <a:solidFill>
                  <a:schemeClr val="bg1"/>
                </a:solidFill>
                <a:latin typeface="Montserrat Black" pitchFamily="2" charset="77"/>
              </a:rPr>
            </a:br>
            <a:r>
              <a:rPr lang="pt-BR" sz="1100">
                <a:solidFill>
                  <a:schemeClr val="bg1"/>
                </a:solidFill>
                <a:latin typeface="Montserrat" pitchFamily="2" charset="77"/>
              </a:rPr>
              <a:t>EFICIÊNCIA OPERACIONAL</a:t>
            </a:r>
            <a:endParaRPr lang="pt-BR" sz="3600" b="1">
              <a:solidFill>
                <a:schemeClr val="bg1"/>
              </a:solidFill>
              <a:latin typeface="Montserrat Black" pitchFamily="2" charset="77"/>
            </a:endParaRPr>
          </a:p>
        </p:txBody>
      </p:sp>
      <p:sp>
        <p:nvSpPr>
          <p:cNvPr id="22" name="Elipse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002B760-4963-B2E2-9E19-11F42A3AEECE}"/>
              </a:ext>
            </a:extLst>
          </p:cNvPr>
          <p:cNvSpPr/>
          <p:nvPr/>
        </p:nvSpPr>
        <p:spPr>
          <a:xfrm>
            <a:off x="5974790" y="4377977"/>
            <a:ext cx="1800000" cy="1800000"/>
          </a:xfrm>
          <a:prstGeom prst="ellipse">
            <a:avLst/>
          </a:prstGeom>
          <a:solidFill>
            <a:srgbClr val="060386"/>
          </a:solidFill>
          <a:ln w="38100">
            <a:solidFill>
              <a:srgbClr val="0603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>
                <a:solidFill>
                  <a:schemeClr val="bg1"/>
                </a:solidFill>
                <a:latin typeface="Montserrat Black" pitchFamily="2" charset="77"/>
              </a:rPr>
              <a:t>10</a:t>
            </a:r>
            <a:br>
              <a:rPr lang="pt-BR" sz="3200" b="1">
                <a:solidFill>
                  <a:schemeClr val="bg1"/>
                </a:solidFill>
                <a:latin typeface="Montserrat" pitchFamily="2" charset="77"/>
              </a:rPr>
            </a:br>
            <a:r>
              <a:rPr lang="pt-BR" sz="1050">
                <a:solidFill>
                  <a:schemeClr val="bg1"/>
                </a:solidFill>
                <a:latin typeface="Montserrat" pitchFamily="2" charset="77"/>
              </a:rPr>
              <a:t>TRANSIÇÃO ENERGÉTICA</a:t>
            </a:r>
            <a:endParaRPr lang="pt-BR" sz="3200" b="1">
              <a:solidFill>
                <a:schemeClr val="bg1"/>
              </a:solidFill>
              <a:latin typeface="Montserrat Black" pitchFamily="2" charset="77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C15113D-76EC-D05D-4652-3A503953C8F1}"/>
              </a:ext>
            </a:extLst>
          </p:cNvPr>
          <p:cNvSpPr txBox="1"/>
          <p:nvPr/>
        </p:nvSpPr>
        <p:spPr>
          <a:xfrm>
            <a:off x="344516" y="193725"/>
            <a:ext cx="115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6038D"/>
                </a:solidFill>
                <a:latin typeface="Montserrat Black" pitchFamily="34" charset="0"/>
              </a:rPr>
              <a:t>RADAR DE INOVAÇÃO E NOVOS NEGÓCIOS: 60 PROJETOS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DFA7B9F-B680-41F3-5C93-AD555152B7CC}"/>
              </a:ext>
            </a:extLst>
          </p:cNvPr>
          <p:cNvSpPr/>
          <p:nvPr/>
        </p:nvSpPr>
        <p:spPr>
          <a:xfrm>
            <a:off x="9948223" y="6483096"/>
            <a:ext cx="107899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6038D">
                <a:alpha val="0"/>
              </a:srgbClr>
            </a:solidFill>
          </a:ln>
        </p:spPr>
        <p:txBody>
          <a:bodyPr wrap="square" lIns="0" tIns="0" rIns="508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6038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GEIN |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96A93459-0515-BF1D-174B-E94F39567544}"/>
              </a:ext>
            </a:extLst>
          </p:cNvPr>
          <p:cNvGrpSpPr/>
          <p:nvPr/>
        </p:nvGrpSpPr>
        <p:grpSpPr>
          <a:xfrm>
            <a:off x="7248581" y="538997"/>
            <a:ext cx="2588378" cy="720000"/>
            <a:chOff x="7477943" y="409838"/>
            <a:chExt cx="2588378" cy="720000"/>
          </a:xfrm>
        </p:grpSpPr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8AC411E4-E884-DD6A-EC37-3619918EDE21}"/>
                </a:ext>
              </a:extLst>
            </p:cNvPr>
            <p:cNvSpPr txBox="1"/>
            <p:nvPr/>
          </p:nvSpPr>
          <p:spPr>
            <a:xfrm>
              <a:off x="8196898" y="647093"/>
              <a:ext cx="1869423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1000">
                  <a:solidFill>
                    <a:srgbClr val="060386"/>
                  </a:solidFill>
                  <a:latin typeface="Montserrat" pitchFamily="2" charset="77"/>
                </a:rPr>
                <a:t>ABERTURA DE MERCADO</a:t>
              </a:r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4D1C51A4-147C-B4B1-795E-6048BFC84F85}"/>
                </a:ext>
              </a:extLst>
            </p:cNvPr>
            <p:cNvSpPr/>
            <p:nvPr/>
          </p:nvSpPr>
          <p:spPr>
            <a:xfrm>
              <a:off x="7477943" y="409838"/>
              <a:ext cx="720000" cy="720000"/>
            </a:xfrm>
            <a:prstGeom prst="ellipse">
              <a:avLst/>
            </a:prstGeom>
            <a:solidFill>
              <a:srgbClr val="060386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b="1">
                  <a:solidFill>
                    <a:schemeClr val="bg1"/>
                  </a:solidFill>
                  <a:latin typeface="Montserrat Black" pitchFamily="2" charset="77"/>
                </a:rPr>
                <a:t>4</a:t>
              </a:r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B0D3325E-A999-1C22-E443-FE5D5A0E91C7}"/>
              </a:ext>
            </a:extLst>
          </p:cNvPr>
          <p:cNvGrpSpPr/>
          <p:nvPr/>
        </p:nvGrpSpPr>
        <p:grpSpPr>
          <a:xfrm>
            <a:off x="344516" y="5486470"/>
            <a:ext cx="2822032" cy="360000"/>
            <a:chOff x="344516" y="5486470"/>
            <a:chExt cx="2822032" cy="360000"/>
          </a:xfrm>
        </p:grpSpPr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19744EFB-ACC4-39E0-AFB7-DB021249DEF6}"/>
                </a:ext>
              </a:extLst>
            </p:cNvPr>
            <p:cNvSpPr txBox="1"/>
            <p:nvPr/>
          </p:nvSpPr>
          <p:spPr>
            <a:xfrm>
              <a:off x="696000" y="5551054"/>
              <a:ext cx="2470548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EM CONSTRUÇÃO / EXPERIMENTAÇÃO</a:t>
              </a:r>
            </a:p>
          </p:txBody>
        </p:sp>
        <p:sp>
          <p:nvSpPr>
            <p:cNvPr id="30" name="Retângulo Arredondado 29">
              <a:extLst>
                <a:ext uri="{FF2B5EF4-FFF2-40B4-BE49-F238E27FC236}">
                  <a16:creationId xmlns:a16="http://schemas.microsoft.com/office/drawing/2014/main" id="{B777AA18-4108-C07C-0ED0-4855E0C39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48647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84CBEA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A24BC2E4-8423-377A-4D9F-A6DBDC951730}"/>
              </a:ext>
            </a:extLst>
          </p:cNvPr>
          <p:cNvGrpSpPr/>
          <p:nvPr/>
        </p:nvGrpSpPr>
        <p:grpSpPr>
          <a:xfrm>
            <a:off x="344516" y="5949000"/>
            <a:ext cx="2071827" cy="360000"/>
            <a:chOff x="344516" y="5949000"/>
            <a:chExt cx="2071827" cy="360000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BEE166E1-3832-BDFD-1378-8BB3202124C9}"/>
                </a:ext>
              </a:extLst>
            </p:cNvPr>
            <p:cNvSpPr txBox="1"/>
            <p:nvPr/>
          </p:nvSpPr>
          <p:spPr>
            <a:xfrm>
              <a:off x="696000" y="6013584"/>
              <a:ext cx="172034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DIRECIONADOS / TRAÇÃO</a:t>
              </a:r>
            </a:p>
          </p:txBody>
        </p:sp>
        <p:sp>
          <p:nvSpPr>
            <p:cNvPr id="31" name="Retângulo Arredondado 30">
              <a:extLst>
                <a:ext uri="{FF2B5EF4-FFF2-40B4-BE49-F238E27FC236}">
                  <a16:creationId xmlns:a16="http://schemas.microsoft.com/office/drawing/2014/main" id="{467175D4-704F-D896-2A38-4783369D04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94900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006CB7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7" name="Elipse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0BE616D-8F56-9715-8477-F6671053B336}"/>
              </a:ext>
            </a:extLst>
          </p:cNvPr>
          <p:cNvSpPr/>
          <p:nvPr/>
        </p:nvSpPr>
        <p:spPr>
          <a:xfrm>
            <a:off x="7132091" y="1165064"/>
            <a:ext cx="2520000" cy="2520000"/>
          </a:xfrm>
          <a:prstGeom prst="ellipse">
            <a:avLst/>
          </a:prstGeom>
          <a:solidFill>
            <a:srgbClr val="060386"/>
          </a:solidFill>
          <a:ln w="38100">
            <a:solidFill>
              <a:srgbClr val="0603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b="1">
                <a:solidFill>
                  <a:schemeClr val="bg1"/>
                </a:solidFill>
                <a:latin typeface="Montserrat Black" pitchFamily="2" charset="77"/>
              </a:rPr>
              <a:t>15</a:t>
            </a:r>
            <a:br>
              <a:rPr lang="pt-BR" sz="2800" b="1">
                <a:solidFill>
                  <a:schemeClr val="bg1"/>
                </a:solidFill>
                <a:latin typeface="Montserrat" pitchFamily="2" charset="77"/>
              </a:rPr>
            </a:br>
            <a:r>
              <a:rPr lang="pt-BR" sz="1400">
                <a:solidFill>
                  <a:schemeClr val="bg1"/>
                </a:solidFill>
                <a:latin typeface="Montserrat" pitchFamily="2" charset="77"/>
              </a:rPr>
              <a:t>CENTRALIDADE </a:t>
            </a:r>
            <a:br>
              <a:rPr lang="pt-BR" sz="1400">
                <a:solidFill>
                  <a:schemeClr val="bg1"/>
                </a:solidFill>
                <a:latin typeface="Montserrat" pitchFamily="2" charset="77"/>
              </a:rPr>
            </a:br>
            <a:r>
              <a:rPr lang="pt-BR" sz="1400">
                <a:solidFill>
                  <a:schemeClr val="bg1"/>
                </a:solidFill>
                <a:latin typeface="Montserrat" pitchFamily="2" charset="77"/>
              </a:rPr>
              <a:t>NO CLIENTE</a:t>
            </a:r>
            <a:endParaRPr lang="pt-BR" sz="2800" b="1">
              <a:solidFill>
                <a:schemeClr val="bg1"/>
              </a:solidFill>
              <a:latin typeface="Montserrat Black" pitchFamily="2" charset="77"/>
            </a:endParaRP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0F1832A2-3C60-5C08-EEFD-DADE1A0DE8F5}"/>
              </a:ext>
            </a:extLst>
          </p:cNvPr>
          <p:cNvGrpSpPr/>
          <p:nvPr/>
        </p:nvGrpSpPr>
        <p:grpSpPr>
          <a:xfrm>
            <a:off x="7529069" y="3681524"/>
            <a:ext cx="2612422" cy="720000"/>
            <a:chOff x="7477943" y="409838"/>
            <a:chExt cx="2612422" cy="720000"/>
          </a:xfrm>
        </p:grpSpPr>
        <p:sp>
          <p:nvSpPr>
            <p:cNvPr id="47" name="CaixaDeTexto 46">
              <a:extLst>
                <a:ext uri="{FF2B5EF4-FFF2-40B4-BE49-F238E27FC236}">
                  <a16:creationId xmlns:a16="http://schemas.microsoft.com/office/drawing/2014/main" id="{533D4240-74A4-C33F-6EDA-F35270D00EF0}"/>
                </a:ext>
              </a:extLst>
            </p:cNvPr>
            <p:cNvSpPr txBox="1"/>
            <p:nvPr/>
          </p:nvSpPr>
          <p:spPr>
            <a:xfrm>
              <a:off x="8196898" y="647093"/>
              <a:ext cx="189346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1000">
                  <a:solidFill>
                    <a:srgbClr val="060386"/>
                  </a:solidFill>
                  <a:latin typeface="Montserrat" pitchFamily="2" charset="77"/>
                </a:rPr>
                <a:t>PRODUTOS FINANCEIROS</a:t>
              </a:r>
            </a:p>
          </p:txBody>
        </p:sp>
        <p:sp>
          <p:nvSpPr>
            <p:cNvPr id="48" name="Elipse 14">
              <a:extLst>
                <a:ext uri="{FF2B5EF4-FFF2-40B4-BE49-F238E27FC236}">
                  <a16:creationId xmlns:a16="http://schemas.microsoft.com/office/drawing/2014/main" id="{F47342A7-0628-CA30-301B-9CDD1231A936}"/>
                </a:ext>
              </a:extLst>
            </p:cNvPr>
            <p:cNvSpPr/>
            <p:nvPr/>
          </p:nvSpPr>
          <p:spPr>
            <a:xfrm>
              <a:off x="7477943" y="409838"/>
              <a:ext cx="720000" cy="720000"/>
            </a:xfrm>
            <a:prstGeom prst="ellipse">
              <a:avLst/>
            </a:prstGeom>
            <a:solidFill>
              <a:srgbClr val="060386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b="1">
                  <a:solidFill>
                    <a:schemeClr val="bg1"/>
                  </a:solidFill>
                  <a:latin typeface="Montserrat Black" pitchFamily="2" charset="77"/>
                </a:rPr>
                <a:t>4</a:t>
              </a:r>
            </a:p>
          </p:txBody>
        </p:sp>
      </p:grpSp>
      <p:sp>
        <p:nvSpPr>
          <p:cNvPr id="20" name="Elipse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87C4154-7B3C-7310-D47F-494EEAC95D18}"/>
              </a:ext>
            </a:extLst>
          </p:cNvPr>
          <p:cNvSpPr/>
          <p:nvPr/>
        </p:nvSpPr>
        <p:spPr>
          <a:xfrm>
            <a:off x="3825158" y="1160412"/>
            <a:ext cx="2160000" cy="2160000"/>
          </a:xfrm>
          <a:prstGeom prst="ellipse">
            <a:avLst/>
          </a:prstGeom>
          <a:solidFill>
            <a:srgbClr val="060386"/>
          </a:solidFill>
          <a:ln w="38100">
            <a:solidFill>
              <a:srgbClr val="0603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>
                <a:solidFill>
                  <a:schemeClr val="bg1"/>
                </a:solidFill>
                <a:latin typeface="Montserrat Black" pitchFamily="2" charset="77"/>
              </a:rPr>
              <a:t>12</a:t>
            </a:r>
            <a:r>
              <a:rPr lang="pt-BR">
                <a:solidFill>
                  <a:schemeClr val="bg1"/>
                </a:solidFill>
                <a:latin typeface="Montserrat" pitchFamily="2" charset="77"/>
              </a:rPr>
              <a:t> </a:t>
            </a:r>
            <a:br>
              <a:rPr lang="pt-BR">
                <a:solidFill>
                  <a:schemeClr val="bg1"/>
                </a:solidFill>
                <a:latin typeface="Montserrat" pitchFamily="2" charset="77"/>
              </a:rPr>
            </a:br>
            <a:r>
              <a:rPr lang="pt-BR" sz="1400">
                <a:solidFill>
                  <a:schemeClr val="bg1"/>
                </a:solidFill>
                <a:latin typeface="Montserrat" pitchFamily="2" charset="77"/>
              </a:rPr>
              <a:t>ACADEMY</a:t>
            </a:r>
            <a:endParaRPr lang="pt-BR">
              <a:solidFill>
                <a:schemeClr val="bg1"/>
              </a:solidFill>
              <a:latin typeface="Montserrat Black" pitchFamily="2" charset="77"/>
            </a:endParaRPr>
          </a:p>
        </p:txBody>
      </p: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A70A2781-0020-5238-5488-A97634A43426}"/>
              </a:ext>
            </a:extLst>
          </p:cNvPr>
          <p:cNvGrpSpPr/>
          <p:nvPr/>
        </p:nvGrpSpPr>
        <p:grpSpPr>
          <a:xfrm>
            <a:off x="10009687" y="193725"/>
            <a:ext cx="1708566" cy="288000"/>
            <a:chOff x="9954940" y="2727294"/>
            <a:chExt cx="1708566" cy="288000"/>
          </a:xfrm>
        </p:grpSpPr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27E5FDE9-9251-FFF5-368C-C22EBD7AC963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solidFill>
              <a:srgbClr val="060386"/>
            </a:solidFill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EM ANDAMENTO</a:t>
              </a:r>
            </a:p>
          </p:txBody>
        </p:sp>
        <p:sp>
          <p:nvSpPr>
            <p:cNvPr id="73" name="Retângulo Arredondado 50">
              <a:extLst>
                <a:ext uri="{FF2B5EF4-FFF2-40B4-BE49-F238E27FC236}">
                  <a16:creationId xmlns:a16="http://schemas.microsoft.com/office/drawing/2014/main" id="{3D9E2BD0-755F-DB5F-C811-01B89F9B8E16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41</a:t>
              </a: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E6C6C44D-1257-9CA3-0D75-1336F2A34653}"/>
              </a:ext>
            </a:extLst>
          </p:cNvPr>
          <p:cNvGrpSpPr/>
          <p:nvPr/>
        </p:nvGrpSpPr>
        <p:grpSpPr>
          <a:xfrm>
            <a:off x="10009687" y="571431"/>
            <a:ext cx="1708566" cy="288000"/>
            <a:chOff x="9954940" y="2727294"/>
            <a:chExt cx="1708566" cy="288000"/>
          </a:xfrm>
          <a:solidFill>
            <a:srgbClr val="060386"/>
          </a:solidFill>
        </p:grpSpPr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831F4C5B-1C24-4D75-E547-FA356152611B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grpFill/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DIRECIONADO</a:t>
              </a:r>
            </a:p>
          </p:txBody>
        </p:sp>
        <p:sp>
          <p:nvSpPr>
            <p:cNvPr id="76" name="Retângulo Arredondado 54">
              <a:extLst>
                <a:ext uri="{FF2B5EF4-FFF2-40B4-BE49-F238E27FC236}">
                  <a16:creationId xmlns:a16="http://schemas.microsoft.com/office/drawing/2014/main" id="{1712765E-74B8-ACC7-D22D-C36B103C0C2A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19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72496FC-35F5-0F7E-6894-4ABED7AA1BF3}"/>
              </a:ext>
            </a:extLst>
          </p:cNvPr>
          <p:cNvGrpSpPr/>
          <p:nvPr/>
        </p:nvGrpSpPr>
        <p:grpSpPr>
          <a:xfrm>
            <a:off x="8438225" y="4379067"/>
            <a:ext cx="2320303" cy="432000"/>
            <a:chOff x="4541809" y="3816928"/>
            <a:chExt cx="2037347" cy="432000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26E60F4D-D092-E2D7-1E31-451E60A3FA06}"/>
                </a:ext>
              </a:extLst>
            </p:cNvPr>
            <p:cNvSpPr txBox="1"/>
            <p:nvPr/>
          </p:nvSpPr>
          <p:spPr>
            <a:xfrm>
              <a:off x="4908506" y="3909818"/>
              <a:ext cx="167065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1000">
                  <a:solidFill>
                    <a:srgbClr val="060386"/>
                  </a:solidFill>
                  <a:latin typeface="Montserrat" pitchFamily="2" charset="77"/>
                </a:rPr>
                <a:t>TEMAS ESTRATÉGICOS</a:t>
              </a:r>
            </a:p>
          </p:txBody>
        </p:sp>
        <p:sp>
          <p:nvSpPr>
            <p:cNvPr id="10" name="Elipse 14">
              <a:extLst>
                <a:ext uri="{FF2B5EF4-FFF2-40B4-BE49-F238E27FC236}">
                  <a16:creationId xmlns:a16="http://schemas.microsoft.com/office/drawing/2014/main" id="{943FD7FC-EFE2-926B-4AB2-70D64F791F57}"/>
                </a:ext>
              </a:extLst>
            </p:cNvPr>
            <p:cNvSpPr/>
            <p:nvPr/>
          </p:nvSpPr>
          <p:spPr>
            <a:xfrm>
              <a:off x="4541809" y="3816928"/>
              <a:ext cx="366697" cy="432000"/>
            </a:xfrm>
            <a:prstGeom prst="ellipse">
              <a:avLst/>
            </a:prstGeom>
            <a:solidFill>
              <a:srgbClr val="060386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b="1">
                  <a:solidFill>
                    <a:schemeClr val="bg1"/>
                  </a:solidFill>
                  <a:latin typeface="Montserrat Black" pitchFamily="2" charset="77"/>
                </a:rPr>
                <a:t>3</a:t>
              </a:r>
              <a:endParaRPr lang="pt-BR" sz="2000" b="1">
                <a:solidFill>
                  <a:schemeClr val="bg1"/>
                </a:solidFill>
                <a:latin typeface="Montserrat Black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083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C97A-D0BD-7E55-C840-B95038AA1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8277F68-4797-F6FD-3069-B0F2C902A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3791" y="6483096"/>
            <a:ext cx="633679" cy="1801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3D997B3-9CBE-831D-4882-6FFF5F92F372}"/>
              </a:ext>
            </a:extLst>
          </p:cNvPr>
          <p:cNvSpPr>
            <a:spLocks noChangeAspect="1"/>
          </p:cNvSpPr>
          <p:nvPr/>
        </p:nvSpPr>
        <p:spPr>
          <a:xfrm>
            <a:off x="3216000" y="549000"/>
            <a:ext cx="5760000" cy="5760000"/>
          </a:xfrm>
          <a:prstGeom prst="ellipse">
            <a:avLst/>
          </a:prstGeom>
          <a:solidFill>
            <a:srgbClr val="84CBE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468AA6-E295-4C55-E1CC-FA88D4C292C8}"/>
              </a:ext>
            </a:extLst>
          </p:cNvPr>
          <p:cNvSpPr>
            <a:spLocks noChangeAspect="1"/>
          </p:cNvSpPr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solidFill>
            <a:srgbClr val="006CB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AF0090A-CA4A-C66C-4DD9-F40B58D463DF}"/>
              </a:ext>
            </a:extLst>
          </p:cNvPr>
          <p:cNvCxnSpPr>
            <a:cxnSpLocks/>
            <a:stCxn id="6" idx="6"/>
            <a:endCxn id="6" idx="2"/>
          </p:cNvCxnSpPr>
          <p:nvPr/>
        </p:nvCxnSpPr>
        <p:spPr>
          <a:xfrm flipH="1">
            <a:off x="3216000" y="3429000"/>
            <a:ext cx="57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457119A-4A59-2807-A24A-57243D6D3FF3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6096000" y="549000"/>
            <a:ext cx="0" cy="5760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11">
            <a:extLst>
              <a:ext uri="{FF2B5EF4-FFF2-40B4-BE49-F238E27FC236}">
                <a16:creationId xmlns:a16="http://schemas.microsoft.com/office/drawing/2014/main" id="{9E87F8FD-2D96-E814-626F-BEB19621F490}"/>
              </a:ext>
            </a:extLst>
          </p:cNvPr>
          <p:cNvSpPr/>
          <p:nvPr/>
        </p:nvSpPr>
        <p:spPr>
          <a:xfrm>
            <a:off x="3330300" y="3819086"/>
            <a:ext cx="2160000" cy="2160000"/>
          </a:xfrm>
          <a:prstGeom prst="ellipse">
            <a:avLst/>
          </a:prstGeom>
          <a:solidFill>
            <a:srgbClr val="060386"/>
          </a:solidFill>
          <a:ln w="38100">
            <a:solidFill>
              <a:srgbClr val="0603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>
                <a:solidFill>
                  <a:schemeClr val="bg1"/>
                </a:solidFill>
                <a:latin typeface="Montserrat Black" pitchFamily="2" charset="77"/>
              </a:rPr>
              <a:t>12</a:t>
            </a:r>
            <a:br>
              <a:rPr lang="pt-BR" sz="3600" b="1">
                <a:solidFill>
                  <a:schemeClr val="bg1"/>
                </a:solidFill>
                <a:latin typeface="Montserrat Black" pitchFamily="2" charset="77"/>
              </a:rPr>
            </a:br>
            <a:r>
              <a:rPr lang="pt-BR" sz="1100">
                <a:solidFill>
                  <a:schemeClr val="bg1"/>
                </a:solidFill>
                <a:latin typeface="Montserrat" pitchFamily="2" charset="77"/>
              </a:rPr>
              <a:t>EFICIÊNCIA OPERACIONAL</a:t>
            </a:r>
            <a:endParaRPr lang="pt-BR" sz="3600" b="1">
              <a:solidFill>
                <a:schemeClr val="bg1"/>
              </a:solidFill>
              <a:latin typeface="Montserrat Black" pitchFamily="2" charset="77"/>
            </a:endParaRPr>
          </a:p>
        </p:txBody>
      </p:sp>
      <p:sp>
        <p:nvSpPr>
          <p:cNvPr id="22" name="Elipse 11">
            <a:extLst>
              <a:ext uri="{FF2B5EF4-FFF2-40B4-BE49-F238E27FC236}">
                <a16:creationId xmlns:a16="http://schemas.microsoft.com/office/drawing/2014/main" id="{112EAD6B-FA05-48A7-7023-5A3D38B15906}"/>
              </a:ext>
            </a:extLst>
          </p:cNvPr>
          <p:cNvSpPr/>
          <p:nvPr/>
        </p:nvSpPr>
        <p:spPr>
          <a:xfrm>
            <a:off x="5974790" y="4377977"/>
            <a:ext cx="1800000" cy="1800000"/>
          </a:xfrm>
          <a:prstGeom prst="ellipse">
            <a:avLst/>
          </a:prstGeom>
          <a:solidFill>
            <a:srgbClr val="060386"/>
          </a:solidFill>
          <a:ln w="38100">
            <a:solidFill>
              <a:srgbClr val="0603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>
                <a:solidFill>
                  <a:schemeClr val="bg1"/>
                </a:solidFill>
                <a:latin typeface="Montserrat Black" pitchFamily="2" charset="77"/>
              </a:rPr>
              <a:t>10</a:t>
            </a:r>
            <a:br>
              <a:rPr lang="pt-BR" sz="3200" b="1">
                <a:solidFill>
                  <a:schemeClr val="bg1"/>
                </a:solidFill>
                <a:latin typeface="Montserrat" pitchFamily="2" charset="77"/>
              </a:rPr>
            </a:br>
            <a:r>
              <a:rPr lang="pt-BR" sz="1050">
                <a:solidFill>
                  <a:schemeClr val="bg1"/>
                </a:solidFill>
                <a:latin typeface="Montserrat" pitchFamily="2" charset="77"/>
              </a:rPr>
              <a:t>TRANSIÇÃO ENERGÉTICA</a:t>
            </a:r>
            <a:endParaRPr lang="pt-BR" sz="3200" b="1">
              <a:solidFill>
                <a:schemeClr val="bg1"/>
              </a:solidFill>
              <a:latin typeface="Montserrat Black" pitchFamily="2" charset="77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D4A6AD8-FAB2-463C-D662-B49DC9038534}"/>
              </a:ext>
            </a:extLst>
          </p:cNvPr>
          <p:cNvSpPr txBox="1"/>
          <p:nvPr/>
        </p:nvSpPr>
        <p:spPr>
          <a:xfrm>
            <a:off x="344516" y="193725"/>
            <a:ext cx="115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6038D"/>
                </a:solidFill>
                <a:latin typeface="Montserrat Black" pitchFamily="34" charset="0"/>
              </a:rPr>
              <a:t>RADAR DE INOVAÇÃO E NOVOS NEGÓCIOS: 60 PROJETOS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6A441BC5-0DD2-1143-34F3-00E2106BE5E7}"/>
              </a:ext>
            </a:extLst>
          </p:cNvPr>
          <p:cNvSpPr/>
          <p:nvPr/>
        </p:nvSpPr>
        <p:spPr>
          <a:xfrm>
            <a:off x="9948223" y="6483096"/>
            <a:ext cx="107899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6038D">
                <a:alpha val="0"/>
              </a:srgbClr>
            </a:solidFill>
          </a:ln>
        </p:spPr>
        <p:txBody>
          <a:bodyPr wrap="square" lIns="0" tIns="0" rIns="508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6038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GEIN |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3EE240DF-0FF9-E501-4D9F-031468DC37A9}"/>
              </a:ext>
            </a:extLst>
          </p:cNvPr>
          <p:cNvGrpSpPr/>
          <p:nvPr/>
        </p:nvGrpSpPr>
        <p:grpSpPr>
          <a:xfrm>
            <a:off x="7248581" y="538997"/>
            <a:ext cx="2588378" cy="720000"/>
            <a:chOff x="7477943" y="409838"/>
            <a:chExt cx="2588378" cy="720000"/>
          </a:xfrm>
        </p:grpSpPr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9965C813-C667-15D5-D31D-21344BF150AC}"/>
                </a:ext>
              </a:extLst>
            </p:cNvPr>
            <p:cNvSpPr txBox="1"/>
            <p:nvPr/>
          </p:nvSpPr>
          <p:spPr>
            <a:xfrm>
              <a:off x="8196898" y="647093"/>
              <a:ext cx="1869423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1000">
                  <a:solidFill>
                    <a:srgbClr val="060386"/>
                  </a:solidFill>
                  <a:latin typeface="Montserrat" pitchFamily="2" charset="77"/>
                </a:rPr>
                <a:t>ABERTURA DE MERCADO</a:t>
              </a:r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F999A098-F180-8A1B-5CC4-2BB848861D0D}"/>
                </a:ext>
              </a:extLst>
            </p:cNvPr>
            <p:cNvSpPr/>
            <p:nvPr/>
          </p:nvSpPr>
          <p:spPr>
            <a:xfrm>
              <a:off x="7477943" y="409838"/>
              <a:ext cx="720000" cy="720000"/>
            </a:xfrm>
            <a:prstGeom prst="ellipse">
              <a:avLst/>
            </a:prstGeom>
            <a:solidFill>
              <a:srgbClr val="060386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b="1">
                  <a:solidFill>
                    <a:schemeClr val="bg1"/>
                  </a:solidFill>
                  <a:latin typeface="Montserrat Black" pitchFamily="2" charset="77"/>
                </a:rPr>
                <a:t>4</a:t>
              </a:r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DFDD5EDB-97FF-03C4-56EA-253E77C8245F}"/>
              </a:ext>
            </a:extLst>
          </p:cNvPr>
          <p:cNvGrpSpPr/>
          <p:nvPr/>
        </p:nvGrpSpPr>
        <p:grpSpPr>
          <a:xfrm>
            <a:off x="344516" y="5486470"/>
            <a:ext cx="2822032" cy="360000"/>
            <a:chOff x="344516" y="5486470"/>
            <a:chExt cx="2822032" cy="360000"/>
          </a:xfrm>
        </p:grpSpPr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B5E0D90-D703-2607-AF9D-3A5F41720A8A}"/>
                </a:ext>
              </a:extLst>
            </p:cNvPr>
            <p:cNvSpPr txBox="1"/>
            <p:nvPr/>
          </p:nvSpPr>
          <p:spPr>
            <a:xfrm>
              <a:off x="696000" y="5551054"/>
              <a:ext cx="2470548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EM CONSTRUÇÃO / EXPERIMENTAÇÃO</a:t>
              </a:r>
            </a:p>
          </p:txBody>
        </p:sp>
        <p:sp>
          <p:nvSpPr>
            <p:cNvPr id="30" name="Retângulo Arredondado 29">
              <a:extLst>
                <a:ext uri="{FF2B5EF4-FFF2-40B4-BE49-F238E27FC236}">
                  <a16:creationId xmlns:a16="http://schemas.microsoft.com/office/drawing/2014/main" id="{6802EEAC-C447-CADF-F0D0-839CE9126C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48647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84CBEA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43CFC94A-CFC4-FF5F-E92F-EED74071F93A}"/>
              </a:ext>
            </a:extLst>
          </p:cNvPr>
          <p:cNvGrpSpPr/>
          <p:nvPr/>
        </p:nvGrpSpPr>
        <p:grpSpPr>
          <a:xfrm>
            <a:off x="344516" y="5949000"/>
            <a:ext cx="2071827" cy="360000"/>
            <a:chOff x="344516" y="5949000"/>
            <a:chExt cx="2071827" cy="360000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814CAA81-8D7D-8BC5-2F38-96BC3552ACC3}"/>
                </a:ext>
              </a:extLst>
            </p:cNvPr>
            <p:cNvSpPr txBox="1"/>
            <p:nvPr/>
          </p:nvSpPr>
          <p:spPr>
            <a:xfrm>
              <a:off x="696000" y="6013584"/>
              <a:ext cx="172034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DIRECIONADOS / TRAÇÃO</a:t>
              </a:r>
            </a:p>
          </p:txBody>
        </p:sp>
        <p:sp>
          <p:nvSpPr>
            <p:cNvPr id="31" name="Retângulo Arredondado 30">
              <a:extLst>
                <a:ext uri="{FF2B5EF4-FFF2-40B4-BE49-F238E27FC236}">
                  <a16:creationId xmlns:a16="http://schemas.microsoft.com/office/drawing/2014/main" id="{DC4C3947-B6D8-F94E-8CA7-901311D8A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94900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006CB7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7" name="Elipse 11">
            <a:extLst>
              <a:ext uri="{FF2B5EF4-FFF2-40B4-BE49-F238E27FC236}">
                <a16:creationId xmlns:a16="http://schemas.microsoft.com/office/drawing/2014/main" id="{83ED449C-8020-DED7-B0DA-EC576632B2AE}"/>
              </a:ext>
            </a:extLst>
          </p:cNvPr>
          <p:cNvSpPr/>
          <p:nvPr/>
        </p:nvSpPr>
        <p:spPr>
          <a:xfrm>
            <a:off x="7132091" y="1165064"/>
            <a:ext cx="2520000" cy="2520000"/>
          </a:xfrm>
          <a:prstGeom prst="ellipse">
            <a:avLst/>
          </a:prstGeom>
          <a:solidFill>
            <a:srgbClr val="060386"/>
          </a:solidFill>
          <a:ln w="38100">
            <a:solidFill>
              <a:srgbClr val="0603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b="1">
                <a:solidFill>
                  <a:schemeClr val="bg1"/>
                </a:solidFill>
                <a:latin typeface="Montserrat Black" pitchFamily="2" charset="77"/>
              </a:rPr>
              <a:t>15</a:t>
            </a:r>
            <a:br>
              <a:rPr lang="pt-BR" sz="2800" b="1">
                <a:solidFill>
                  <a:schemeClr val="bg1"/>
                </a:solidFill>
                <a:latin typeface="Montserrat" pitchFamily="2" charset="77"/>
              </a:rPr>
            </a:br>
            <a:r>
              <a:rPr lang="pt-BR" sz="1400">
                <a:solidFill>
                  <a:schemeClr val="bg1"/>
                </a:solidFill>
                <a:latin typeface="Montserrat" pitchFamily="2" charset="77"/>
              </a:rPr>
              <a:t>CENTRALIDADE </a:t>
            </a:r>
            <a:br>
              <a:rPr lang="pt-BR" sz="1400">
                <a:solidFill>
                  <a:schemeClr val="bg1"/>
                </a:solidFill>
                <a:latin typeface="Montserrat" pitchFamily="2" charset="77"/>
              </a:rPr>
            </a:br>
            <a:r>
              <a:rPr lang="pt-BR" sz="1400">
                <a:solidFill>
                  <a:schemeClr val="bg1"/>
                </a:solidFill>
                <a:latin typeface="Montserrat" pitchFamily="2" charset="77"/>
              </a:rPr>
              <a:t>NO CLIENTE</a:t>
            </a:r>
            <a:endParaRPr lang="pt-BR" sz="2800" b="1">
              <a:solidFill>
                <a:schemeClr val="bg1"/>
              </a:solidFill>
              <a:latin typeface="Montserrat Black" pitchFamily="2" charset="77"/>
            </a:endParaRP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A6B4F38-9F1F-78DA-B003-5A6CB698A9DA}"/>
              </a:ext>
            </a:extLst>
          </p:cNvPr>
          <p:cNvGrpSpPr/>
          <p:nvPr/>
        </p:nvGrpSpPr>
        <p:grpSpPr>
          <a:xfrm>
            <a:off x="7529069" y="3681524"/>
            <a:ext cx="2612422" cy="720000"/>
            <a:chOff x="7477943" y="409838"/>
            <a:chExt cx="2612422" cy="720000"/>
          </a:xfrm>
        </p:grpSpPr>
        <p:sp>
          <p:nvSpPr>
            <p:cNvPr id="47" name="CaixaDeTexto 46">
              <a:extLst>
                <a:ext uri="{FF2B5EF4-FFF2-40B4-BE49-F238E27FC236}">
                  <a16:creationId xmlns:a16="http://schemas.microsoft.com/office/drawing/2014/main" id="{926A5785-959C-81E2-A868-3D3CBCF03C3B}"/>
                </a:ext>
              </a:extLst>
            </p:cNvPr>
            <p:cNvSpPr txBox="1"/>
            <p:nvPr/>
          </p:nvSpPr>
          <p:spPr>
            <a:xfrm>
              <a:off x="8196898" y="647093"/>
              <a:ext cx="189346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1000">
                  <a:solidFill>
                    <a:srgbClr val="060386"/>
                  </a:solidFill>
                  <a:latin typeface="Montserrat" pitchFamily="2" charset="77"/>
                </a:rPr>
                <a:t>PRODUTOS FINANCEIROS</a:t>
              </a:r>
            </a:p>
          </p:txBody>
        </p:sp>
        <p:sp>
          <p:nvSpPr>
            <p:cNvPr id="48" name="Elipse 14">
              <a:extLst>
                <a:ext uri="{FF2B5EF4-FFF2-40B4-BE49-F238E27FC236}">
                  <a16:creationId xmlns:a16="http://schemas.microsoft.com/office/drawing/2014/main" id="{28D0BD8A-713C-6D70-A008-F252DB6F134D}"/>
                </a:ext>
              </a:extLst>
            </p:cNvPr>
            <p:cNvSpPr/>
            <p:nvPr/>
          </p:nvSpPr>
          <p:spPr>
            <a:xfrm>
              <a:off x="7477943" y="409838"/>
              <a:ext cx="720000" cy="720000"/>
            </a:xfrm>
            <a:prstGeom prst="ellipse">
              <a:avLst/>
            </a:prstGeom>
            <a:solidFill>
              <a:srgbClr val="060386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b="1">
                  <a:solidFill>
                    <a:schemeClr val="bg1"/>
                  </a:solidFill>
                  <a:latin typeface="Montserrat Black" pitchFamily="2" charset="77"/>
                </a:rPr>
                <a:t>4</a:t>
              </a:r>
            </a:p>
          </p:txBody>
        </p:sp>
      </p:grpSp>
      <p:sp>
        <p:nvSpPr>
          <p:cNvPr id="3" name="Alternar Processo 65">
            <a:extLst>
              <a:ext uri="{FF2B5EF4-FFF2-40B4-BE49-F238E27FC236}">
                <a16:creationId xmlns:a16="http://schemas.microsoft.com/office/drawing/2014/main" id="{E60AB208-FE54-B7D5-2877-4BE07451DDBE}"/>
              </a:ext>
            </a:extLst>
          </p:cNvPr>
          <p:cNvSpPr/>
          <p:nvPr/>
        </p:nvSpPr>
        <p:spPr>
          <a:xfrm>
            <a:off x="410293" y="1301388"/>
            <a:ext cx="2160000" cy="92920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602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 anchorCtr="0"/>
          <a:lstStyle/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Portal do aluno 2026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Treinamentos especializados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Treinamentos  em parcerias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Certificação de operadores</a:t>
            </a:r>
          </a:p>
        </p:txBody>
      </p:sp>
      <p:sp>
        <p:nvSpPr>
          <p:cNvPr id="8" name="Alternar Processo 65">
            <a:extLst>
              <a:ext uri="{FF2B5EF4-FFF2-40B4-BE49-F238E27FC236}">
                <a16:creationId xmlns:a16="http://schemas.microsoft.com/office/drawing/2014/main" id="{5306AE9D-1B03-5C73-AE5A-80ACD529CACF}"/>
              </a:ext>
            </a:extLst>
          </p:cNvPr>
          <p:cNvSpPr/>
          <p:nvPr/>
        </p:nvSpPr>
        <p:spPr>
          <a:xfrm>
            <a:off x="344515" y="3320412"/>
            <a:ext cx="2397205" cy="92920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602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 anchorCtr="0"/>
          <a:lstStyle/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Automatização dos relatórios técnicos</a:t>
            </a:r>
          </a:p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Estruturação força de vendas</a:t>
            </a:r>
          </a:p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Revisão do ciclo de desempenho CCEE</a:t>
            </a:r>
          </a:p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Otimização reuniões técnica diretoria</a:t>
            </a:r>
          </a:p>
        </p:txBody>
      </p:sp>
      <p:sp>
        <p:nvSpPr>
          <p:cNvPr id="10" name="Alternar Processo 65">
            <a:extLst>
              <a:ext uri="{FF2B5EF4-FFF2-40B4-BE49-F238E27FC236}">
                <a16:creationId xmlns:a16="http://schemas.microsoft.com/office/drawing/2014/main" id="{EF8BC095-3FB0-2A2E-0C8E-43AC8B002CEB}"/>
              </a:ext>
            </a:extLst>
          </p:cNvPr>
          <p:cNvSpPr/>
          <p:nvPr/>
        </p:nvSpPr>
        <p:spPr>
          <a:xfrm>
            <a:off x="9775657" y="1530913"/>
            <a:ext cx="2208410" cy="144302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602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 anchorCtr="0"/>
          <a:lstStyle/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Estudo do Hub de Inovação CCEE</a:t>
            </a:r>
          </a:p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Relacionamento personalizado</a:t>
            </a:r>
          </a:p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Aprimoramento dos Serviços AOM</a:t>
            </a:r>
          </a:p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 err="1">
                <a:solidFill>
                  <a:srgbClr val="050193"/>
                </a:solidFill>
                <a:latin typeface="Montserrat" pitchFamily="2" charset="77"/>
              </a:rPr>
              <a:t>EngenharIA</a:t>
            </a: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 de Medição</a:t>
            </a:r>
          </a:p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Agente </a:t>
            </a:r>
            <a:r>
              <a:rPr lang="pt-BR" sz="800" b="1" err="1">
                <a:solidFill>
                  <a:srgbClr val="050193"/>
                </a:solidFill>
                <a:latin typeface="Montserrat" pitchFamily="2" charset="77"/>
              </a:rPr>
              <a:t>WeLLM</a:t>
            </a: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 (</a:t>
            </a:r>
            <a:r>
              <a:rPr lang="pt-BR" sz="800" b="1" err="1">
                <a:solidFill>
                  <a:srgbClr val="050193"/>
                </a:solidFill>
                <a:latin typeface="Montserrat" pitchFamily="2" charset="77"/>
              </a:rPr>
              <a:t>Academy</a:t>
            </a: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)</a:t>
            </a:r>
          </a:p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Interface IA no SIGA</a:t>
            </a:r>
          </a:p>
        </p:txBody>
      </p:sp>
      <p:sp>
        <p:nvSpPr>
          <p:cNvPr id="11" name="Alternar Processo 65">
            <a:extLst>
              <a:ext uri="{FF2B5EF4-FFF2-40B4-BE49-F238E27FC236}">
                <a16:creationId xmlns:a16="http://schemas.microsoft.com/office/drawing/2014/main" id="{A46EE151-DD9C-2E94-85B1-7A54185323AF}"/>
              </a:ext>
            </a:extLst>
          </p:cNvPr>
          <p:cNvSpPr/>
          <p:nvPr/>
        </p:nvSpPr>
        <p:spPr>
          <a:xfrm>
            <a:off x="8834017" y="4997190"/>
            <a:ext cx="2836825" cy="103279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602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ctr" anchorCtr="0"/>
          <a:lstStyle/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CCEE Origem</a:t>
            </a:r>
          </a:p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Portal Comparador de Preços</a:t>
            </a:r>
          </a:p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Certificação de Hidrogênio Padrão Europa</a:t>
            </a:r>
          </a:p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P&amp;D de H2 com Petrobrás</a:t>
            </a:r>
          </a:p>
        </p:txBody>
      </p:sp>
      <p:cxnSp>
        <p:nvCxnSpPr>
          <p:cNvPr id="14" name="Conector Angulado 13">
            <a:extLst>
              <a:ext uri="{FF2B5EF4-FFF2-40B4-BE49-F238E27FC236}">
                <a16:creationId xmlns:a16="http://schemas.microsoft.com/office/drawing/2014/main" id="{69D3A852-8229-EFE9-A2F0-E9CAEFE594D0}"/>
              </a:ext>
            </a:extLst>
          </p:cNvPr>
          <p:cNvCxnSpPr>
            <a:cxnSpLocks/>
            <a:stCxn id="20" idx="2"/>
            <a:endCxn id="3" idx="3"/>
          </p:cNvCxnSpPr>
          <p:nvPr/>
        </p:nvCxnSpPr>
        <p:spPr>
          <a:xfrm rot="10800000">
            <a:off x="2570294" y="1765992"/>
            <a:ext cx="1254865" cy="474420"/>
          </a:xfrm>
          <a:prstGeom prst="bentConnector3">
            <a:avLst>
              <a:gd name="adj1" fmla="val 50000"/>
            </a:avLst>
          </a:prstGeom>
          <a:ln w="38100">
            <a:solidFill>
              <a:srgbClr val="0603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Angulado 18">
            <a:extLst>
              <a:ext uri="{FF2B5EF4-FFF2-40B4-BE49-F238E27FC236}">
                <a16:creationId xmlns:a16="http://schemas.microsoft.com/office/drawing/2014/main" id="{495D770C-7342-1147-54C6-0BA046DBC617}"/>
              </a:ext>
            </a:extLst>
          </p:cNvPr>
          <p:cNvCxnSpPr>
            <a:cxnSpLocks/>
            <a:stCxn id="21" idx="1"/>
            <a:endCxn id="8" idx="3"/>
          </p:cNvCxnSpPr>
          <p:nvPr/>
        </p:nvCxnSpPr>
        <p:spPr>
          <a:xfrm rot="16200000" flipV="1">
            <a:off x="3018976" y="3507761"/>
            <a:ext cx="350395" cy="904905"/>
          </a:xfrm>
          <a:prstGeom prst="bentConnector2">
            <a:avLst/>
          </a:prstGeom>
          <a:ln w="38100">
            <a:solidFill>
              <a:srgbClr val="0603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Angulado 32">
            <a:extLst>
              <a:ext uri="{FF2B5EF4-FFF2-40B4-BE49-F238E27FC236}">
                <a16:creationId xmlns:a16="http://schemas.microsoft.com/office/drawing/2014/main" id="{8EFB674B-92B4-A564-CFE3-E9A915D52D6F}"/>
              </a:ext>
            </a:extLst>
          </p:cNvPr>
          <p:cNvCxnSpPr>
            <a:cxnSpLocks/>
            <a:stCxn id="17" idx="5"/>
            <a:endCxn id="10" idx="2"/>
          </p:cNvCxnSpPr>
          <p:nvPr/>
        </p:nvCxnSpPr>
        <p:spPr>
          <a:xfrm rot="5400000" flipH="1" flipV="1">
            <a:off x="9910414" y="2346571"/>
            <a:ext cx="342080" cy="1596816"/>
          </a:xfrm>
          <a:prstGeom prst="bentConnector3">
            <a:avLst>
              <a:gd name="adj1" fmla="val -2334"/>
            </a:avLst>
          </a:prstGeom>
          <a:ln w="38100">
            <a:solidFill>
              <a:srgbClr val="0603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do 35">
            <a:extLst>
              <a:ext uri="{FF2B5EF4-FFF2-40B4-BE49-F238E27FC236}">
                <a16:creationId xmlns:a16="http://schemas.microsoft.com/office/drawing/2014/main" id="{E10D9CF2-BC11-11F5-C94E-14853DFC9FA7}"/>
              </a:ext>
            </a:extLst>
          </p:cNvPr>
          <p:cNvCxnSpPr>
            <a:cxnSpLocks/>
            <a:stCxn id="22" idx="6"/>
            <a:endCxn id="11" idx="1"/>
          </p:cNvCxnSpPr>
          <p:nvPr/>
        </p:nvCxnSpPr>
        <p:spPr>
          <a:xfrm>
            <a:off x="7774790" y="5277977"/>
            <a:ext cx="1059227" cy="235612"/>
          </a:xfrm>
          <a:prstGeom prst="bentConnector3">
            <a:avLst>
              <a:gd name="adj1" fmla="val 50000"/>
            </a:avLst>
          </a:prstGeom>
          <a:ln w="38100">
            <a:solidFill>
              <a:srgbClr val="0603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1">
            <a:extLst>
              <a:ext uri="{FF2B5EF4-FFF2-40B4-BE49-F238E27FC236}">
                <a16:creationId xmlns:a16="http://schemas.microsoft.com/office/drawing/2014/main" id="{2A4448CB-224D-E2F5-904B-71BBE7930169}"/>
              </a:ext>
            </a:extLst>
          </p:cNvPr>
          <p:cNvSpPr/>
          <p:nvPr/>
        </p:nvSpPr>
        <p:spPr>
          <a:xfrm>
            <a:off x="3825158" y="1160412"/>
            <a:ext cx="2160000" cy="2160000"/>
          </a:xfrm>
          <a:prstGeom prst="ellipse">
            <a:avLst/>
          </a:prstGeom>
          <a:solidFill>
            <a:srgbClr val="060386"/>
          </a:solidFill>
          <a:ln w="38100">
            <a:solidFill>
              <a:srgbClr val="0603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>
                <a:solidFill>
                  <a:schemeClr val="bg1"/>
                </a:solidFill>
                <a:latin typeface="Montserrat Black" pitchFamily="2" charset="77"/>
              </a:rPr>
              <a:t>12</a:t>
            </a:r>
            <a:r>
              <a:rPr lang="pt-BR">
                <a:solidFill>
                  <a:schemeClr val="bg1"/>
                </a:solidFill>
                <a:latin typeface="Montserrat" pitchFamily="2" charset="77"/>
              </a:rPr>
              <a:t> </a:t>
            </a:r>
            <a:br>
              <a:rPr lang="pt-BR">
                <a:solidFill>
                  <a:schemeClr val="bg1"/>
                </a:solidFill>
                <a:latin typeface="Montserrat" pitchFamily="2" charset="77"/>
              </a:rPr>
            </a:br>
            <a:r>
              <a:rPr lang="pt-BR" sz="1400">
                <a:solidFill>
                  <a:schemeClr val="bg1"/>
                </a:solidFill>
                <a:latin typeface="Montserrat" pitchFamily="2" charset="77"/>
              </a:rPr>
              <a:t>ACADEMY</a:t>
            </a:r>
            <a:endParaRPr lang="pt-BR">
              <a:solidFill>
                <a:schemeClr val="bg1"/>
              </a:solidFill>
              <a:latin typeface="Montserrat Black" pitchFamily="2" charset="77"/>
            </a:endParaRPr>
          </a:p>
        </p:txBody>
      </p: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B1B9F337-C0F9-2538-2589-721BA2733ECB}"/>
              </a:ext>
            </a:extLst>
          </p:cNvPr>
          <p:cNvGrpSpPr/>
          <p:nvPr/>
        </p:nvGrpSpPr>
        <p:grpSpPr>
          <a:xfrm>
            <a:off x="10009687" y="193725"/>
            <a:ext cx="1708566" cy="288000"/>
            <a:chOff x="9954940" y="2727294"/>
            <a:chExt cx="1708566" cy="288000"/>
          </a:xfrm>
        </p:grpSpPr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EBF7A26B-BB1E-C2B4-2C4B-B1C5CA5F9486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solidFill>
              <a:srgbClr val="060386"/>
            </a:solidFill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EM ANDAMENTO</a:t>
              </a:r>
            </a:p>
          </p:txBody>
        </p:sp>
        <p:sp>
          <p:nvSpPr>
            <p:cNvPr id="73" name="Retângulo Arredondado 50">
              <a:extLst>
                <a:ext uri="{FF2B5EF4-FFF2-40B4-BE49-F238E27FC236}">
                  <a16:creationId xmlns:a16="http://schemas.microsoft.com/office/drawing/2014/main" id="{28882DC1-9616-6CBB-71F8-A4DE36A238D7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41</a:t>
              </a: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7395D92A-D72E-B128-540D-2B4120E76AD9}"/>
              </a:ext>
            </a:extLst>
          </p:cNvPr>
          <p:cNvGrpSpPr/>
          <p:nvPr/>
        </p:nvGrpSpPr>
        <p:grpSpPr>
          <a:xfrm>
            <a:off x="10009687" y="571431"/>
            <a:ext cx="1708566" cy="288000"/>
            <a:chOff x="9954940" y="2727294"/>
            <a:chExt cx="1708566" cy="288000"/>
          </a:xfrm>
          <a:solidFill>
            <a:srgbClr val="060386"/>
          </a:solidFill>
        </p:grpSpPr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2C348066-2A37-FF02-25BF-4694255A09FE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grpFill/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DIRECIONADO</a:t>
              </a:r>
            </a:p>
          </p:txBody>
        </p:sp>
        <p:sp>
          <p:nvSpPr>
            <p:cNvPr id="76" name="Retângulo Arredondado 54">
              <a:extLst>
                <a:ext uri="{FF2B5EF4-FFF2-40B4-BE49-F238E27FC236}">
                  <a16:creationId xmlns:a16="http://schemas.microsoft.com/office/drawing/2014/main" id="{503F1B19-CE2D-8489-F3D7-6DBDF7FBC74A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19</a:t>
              </a:r>
            </a:p>
          </p:txBody>
        </p:sp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4A18564-C80D-B90F-60FD-58CBC7A77B07}"/>
              </a:ext>
            </a:extLst>
          </p:cNvPr>
          <p:cNvGrpSpPr/>
          <p:nvPr/>
        </p:nvGrpSpPr>
        <p:grpSpPr>
          <a:xfrm>
            <a:off x="8438225" y="4379067"/>
            <a:ext cx="2320303" cy="432000"/>
            <a:chOff x="4541809" y="3816928"/>
            <a:chExt cx="2037347" cy="432000"/>
          </a:xfrm>
        </p:grpSpPr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CEE8E7DD-6D86-9862-2BCE-7586091CD50D}"/>
                </a:ext>
              </a:extLst>
            </p:cNvPr>
            <p:cNvSpPr txBox="1"/>
            <p:nvPr/>
          </p:nvSpPr>
          <p:spPr>
            <a:xfrm>
              <a:off x="4908506" y="3909818"/>
              <a:ext cx="167065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1000">
                  <a:solidFill>
                    <a:srgbClr val="060386"/>
                  </a:solidFill>
                  <a:latin typeface="Montserrat" pitchFamily="2" charset="77"/>
                </a:rPr>
                <a:t>TEMAS ESTRATÉGICOS</a:t>
              </a:r>
            </a:p>
          </p:txBody>
        </p:sp>
        <p:sp>
          <p:nvSpPr>
            <p:cNvPr id="79" name="Elipse 14">
              <a:extLst>
                <a:ext uri="{FF2B5EF4-FFF2-40B4-BE49-F238E27FC236}">
                  <a16:creationId xmlns:a16="http://schemas.microsoft.com/office/drawing/2014/main" id="{42E745B4-05EE-9C4F-03EF-25D3043DA14F}"/>
                </a:ext>
              </a:extLst>
            </p:cNvPr>
            <p:cNvSpPr/>
            <p:nvPr/>
          </p:nvSpPr>
          <p:spPr>
            <a:xfrm>
              <a:off x="4541809" y="3816928"/>
              <a:ext cx="366697" cy="432000"/>
            </a:xfrm>
            <a:prstGeom prst="ellipse">
              <a:avLst/>
            </a:prstGeom>
            <a:solidFill>
              <a:srgbClr val="060386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b="1">
                  <a:solidFill>
                    <a:schemeClr val="bg1"/>
                  </a:solidFill>
                  <a:latin typeface="Montserrat Black" pitchFamily="2" charset="77"/>
                </a:rPr>
                <a:t>3</a:t>
              </a:r>
              <a:endParaRPr lang="pt-BR" sz="2000" b="1">
                <a:solidFill>
                  <a:schemeClr val="bg1"/>
                </a:solidFill>
                <a:latin typeface="Montserrat Black" pitchFamily="2" charset="77"/>
              </a:endParaRPr>
            </a:p>
          </p:txBody>
        </p:sp>
      </p:grpSp>
      <p:sp>
        <p:nvSpPr>
          <p:cNvPr id="40" name="Alternar Processo 65">
            <a:extLst>
              <a:ext uri="{FF2B5EF4-FFF2-40B4-BE49-F238E27FC236}">
                <a16:creationId xmlns:a16="http://schemas.microsoft.com/office/drawing/2014/main" id="{33C7306D-89CC-A853-8BA9-212F1D67BCC7}"/>
              </a:ext>
            </a:extLst>
          </p:cNvPr>
          <p:cNvSpPr/>
          <p:nvPr/>
        </p:nvSpPr>
        <p:spPr>
          <a:xfrm>
            <a:off x="10460344" y="3696618"/>
            <a:ext cx="1026721" cy="30994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602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36000" rtlCol="0" anchor="ctr" anchorCtr="0"/>
          <a:lstStyle/>
          <a:p>
            <a:pPr marL="171450" marR="0" lvl="0" indent="-1714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800" b="1">
                <a:solidFill>
                  <a:srgbClr val="050193"/>
                </a:solidFill>
                <a:latin typeface="Montserrat" pitchFamily="2" charset="77"/>
              </a:rPr>
              <a:t>Aurora</a:t>
            </a:r>
          </a:p>
        </p:txBody>
      </p:sp>
      <p:cxnSp>
        <p:nvCxnSpPr>
          <p:cNvPr id="42" name="Conector Angulado 32">
            <a:extLst>
              <a:ext uri="{FF2B5EF4-FFF2-40B4-BE49-F238E27FC236}">
                <a16:creationId xmlns:a16="http://schemas.microsoft.com/office/drawing/2014/main" id="{DF12F126-D705-E59A-0D13-DB86E04E7318}"/>
              </a:ext>
            </a:extLst>
          </p:cNvPr>
          <p:cNvCxnSpPr>
            <a:cxnSpLocks/>
            <a:stCxn id="47" idx="3"/>
            <a:endCxn id="40" idx="1"/>
          </p:cNvCxnSpPr>
          <p:nvPr/>
        </p:nvCxnSpPr>
        <p:spPr>
          <a:xfrm flipV="1">
            <a:off x="10141491" y="3851591"/>
            <a:ext cx="318853" cy="190299"/>
          </a:xfrm>
          <a:prstGeom prst="bentConnector3">
            <a:avLst>
              <a:gd name="adj1" fmla="val 50000"/>
            </a:avLst>
          </a:prstGeom>
          <a:ln w="38100">
            <a:solidFill>
              <a:srgbClr val="0603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5639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D049DA65E6254D8FBA06DD28A60326" ma:contentTypeVersion="14" ma:contentTypeDescription="Crie um novo documento." ma:contentTypeScope="" ma:versionID="c99a7092ddef6139c3a462766eacf7d7">
  <xsd:schema xmlns:xsd="http://www.w3.org/2001/XMLSchema" xmlns:xs="http://www.w3.org/2001/XMLSchema" xmlns:p="http://schemas.microsoft.com/office/2006/metadata/properties" xmlns:ns2="36c175d1-fe7d-4453-972e-ef0dc706915e" xmlns:ns3="b933821f-df14-40e9-a6cb-bd6db7313ec0" targetNamespace="http://schemas.microsoft.com/office/2006/metadata/properties" ma:root="true" ma:fieldsID="65ad24a4279d5af45062d04a60b5e64a" ns2:_="" ns3:_="">
    <xsd:import namespace="36c175d1-fe7d-4453-972e-ef0dc706915e"/>
    <xsd:import namespace="b933821f-df14-40e9-a6cb-bd6db7313e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c175d1-fe7d-4453-972e-ef0dc70691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81cb0d3f-e26e-4dcc-a787-2f8b2e2fe5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33821f-df14-40e9-a6cb-bd6db7313ec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9358c-0489-4fd8-a114-f9b7569c8a4d}" ma:internalName="TaxCatchAll" ma:showField="CatchAllData" ma:web="b933821f-df14-40e9-a6cb-bd6db7313e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33821f-df14-40e9-a6cb-bd6db7313ec0" xsi:nil="true"/>
    <lcf76f155ced4ddcb4097134ff3c332f xmlns="36c175d1-fe7d-4453-972e-ef0dc706915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F06DD2B-6DFB-44D6-B320-122AA4087E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11FEBF-C12C-477B-8462-FD0E5411C9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c175d1-fe7d-4453-972e-ef0dc706915e"/>
    <ds:schemaRef ds:uri="b933821f-df14-40e9-a6cb-bd6db7313e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7CDEFA-E1DB-4B7F-930E-FE82EDF28CD6}">
  <ds:schemaRefs>
    <ds:schemaRef ds:uri="http://purl.org/dc/terms/"/>
    <ds:schemaRef ds:uri="36c175d1-fe7d-4453-972e-ef0dc706915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b933821f-df14-40e9-a6cb-bd6db7313ec0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7c3e506-ef85-4386-8e54-2dfcdc8017d0}" enabled="0" method="" siteId="{d7c3e506-ef85-4386-8e54-2dfcdc8017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</Words>
  <Application>Microsoft Office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Montserrat</vt:lpstr>
      <vt:lpstr>Montserrat Black</vt:lpstr>
      <vt:lpstr>2_Office Theme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Cruz</dc:creator>
  <cp:lastModifiedBy>Carolina Barone</cp:lastModifiedBy>
  <cp:revision>2</cp:revision>
  <dcterms:created xsi:type="dcterms:W3CDTF">2024-11-19T17:42:42Z</dcterms:created>
  <dcterms:modified xsi:type="dcterms:W3CDTF">2026-05-25T20:25:07Z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0x01010023D049DA65E6254D8FBA06DD28A60326</vt:lpwstr>
  </property>
  <property fmtid="{D5CDD505-2E9C-101B-9397-08002B2CF9AE}" pid="3" name="MediaServiceImageTags">
    <vt:lpwstr/>
  </property>
</Properties>
</file>